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Outfit"/>
      <p:regular r:id="rId17"/>
      <p:bold r:id="rId18"/>
    </p:embeddedFont>
    <p:embeddedFont>
      <p:font typeface="Inter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.fntdata"/><Relationship Id="rId11" Type="http://schemas.openxmlformats.org/officeDocument/2006/relationships/slide" Target="slides/slide6.xml"/><Relationship Id="rId22" Type="http://schemas.openxmlformats.org/officeDocument/2006/relationships/font" Target="fonts/Inter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italic.fntdata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Outfit-regular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regular.fntdata"/><Relationship Id="rId6" Type="http://schemas.openxmlformats.org/officeDocument/2006/relationships/slide" Target="slides/slide1.xml"/><Relationship Id="rId18" Type="http://schemas.openxmlformats.org/officeDocument/2006/relationships/font" Target="fonts/Outfi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1" Type="http://schemas.openxmlformats.org/officeDocument/2006/relationships/image" Target="../media/image24.png"/><Relationship Id="rId10" Type="http://schemas.openxmlformats.org/officeDocument/2006/relationships/image" Target="../media/image5.png"/><Relationship Id="rId12" Type="http://schemas.openxmlformats.org/officeDocument/2006/relationships/image" Target="../media/image4.png"/><Relationship Id="rId9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11" Type="http://schemas.openxmlformats.org/officeDocument/2006/relationships/image" Target="../media/image13.png"/><Relationship Id="rId10" Type="http://schemas.openxmlformats.org/officeDocument/2006/relationships/image" Target="../media/image23.png"/><Relationship Id="rId12" Type="http://schemas.openxmlformats.org/officeDocument/2006/relationships/image" Target="../media/image22.png"/><Relationship Id="rId9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26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826900"/>
            <a:ext cx="1108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Photosensitive</a:t>
            </a:r>
            <a:r>
              <a:rPr b="1" lang="en-US" sz="39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39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Epilepsy in UI Design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038235"/>
            <a:ext cx="5095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Challenge: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Photosensitive epilepsy is a condition where seizures are triggered by flickering lights, high-contrast patterns, or specific frequencies of visual stimuli.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1963" y="3803660"/>
            <a:ext cx="5095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Impact: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 digital environments, this poses a "safety-critical" challenge for UX/UI designers who must actively avoid creating hazardous visual content.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2678" y="2038213"/>
            <a:ext cx="5850726" cy="306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600325"/>
            <a:ext cx="45529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3-30Hz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933825"/>
            <a:ext cx="4552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The Danger Zone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115050" y="2628900"/>
            <a:ext cx="550545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Rapid changes in luminance or color intensity operating between 3Hz and 30Hz are the </a:t>
            </a: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primary triggers</a:t>
            </a:r>
            <a:r>
              <a:rPr b="0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found in autoplay videos and flashing digital ads.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4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0737"/>
            <a:ext cx="3492549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90737"/>
            <a:ext cx="3492549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90737"/>
            <a:ext cx="3492549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812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66775" y="3319462"/>
            <a:ext cx="23302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Critical Frequency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66775" y="38052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research clearly identifies the 3Hz to 30Hz range as the highest risk zone for inducing seizures in users.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4812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4645074" y="3319462"/>
            <a:ext cx="23802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Three Flashes Rule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45074" y="38052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core guideline establishing that absolutely no part of the screen should flash more than 3 times in any given second.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4812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423374" y="3319462"/>
            <a:ext cx="15901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User Agency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3374" y="38052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study strictly emphasizes that dynamic web content must include accessible, user-controlled toggles to disable movement.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26336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35574" y="263366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56724" y="263366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Research: Harding &amp; Harding (2010)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4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2820590" y="2281237"/>
            <a:ext cx="6550818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Avoid the Avoidable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809750" y="3376612"/>
            <a:ext cx="85725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Always disable autoplay by default.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Allow users to initiate movement manually to avoid unexpected and dangerous visual triggers.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4050"/>
            <a:ext cx="3492549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24050"/>
            <a:ext cx="3492549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24050"/>
            <a:ext cx="3492549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1457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66775" y="3152775"/>
            <a:ext cx="23602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Luminance Impact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66775" y="36385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Researchers found that the harshness of brightness transitions is just as dangerous as the frequency of the flashes themselves.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1457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4645074" y="3152775"/>
            <a:ext cx="3047099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Screen Area Correlation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645074" y="39719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seizure risk increases significantly if the flashing content occupies a large percentage (&gt;25%) of the user's field of view.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1457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423374" y="3152775"/>
            <a:ext cx="274034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Technical Safeguards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423374" y="36385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study proposed the mandatory use of automated scanning tools to detect hazardous visual sequences during UI development.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9175" y="24669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6524" y="24669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75774" y="24669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Research: Fisher et al. (2005)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4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6212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876300" y="1602283"/>
            <a:ext cx="4933950" cy="130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Seizure Safe Profile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dedicated, user-activated mode designed to neutralize visual hazards instantly across the entire interface.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76300" y="3137594"/>
            <a:ext cx="4933950" cy="130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Real-Time Filtering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Acts as a real-time filter between raw web content and user perception, ensuring strict compliance with safety standards.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76300" y="4672905"/>
            <a:ext cx="4933950" cy="130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Freeze Motion Technology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Immediately pauses all GIFs, CSS animations, and looping videos with a single toggle, returning control to the user.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2319" y="2329457"/>
            <a:ext cx="4697610" cy="315158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Case Study: accessiBe UI Overlay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64038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7569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1100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1781175" y="1752748"/>
            <a:ext cx="8629650" cy="2575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Designing for epilepsy improves UX for everyone by reducing visual noise and creating more intentional interactions.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3176599" y="5209133"/>
            <a:ext cx="5838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THE UNIVERSAL BENEFIT OF SAFE DESIGN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114425" y="2133748"/>
            <a:ext cx="6096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"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0467975" y="4518570"/>
            <a:ext cx="6096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