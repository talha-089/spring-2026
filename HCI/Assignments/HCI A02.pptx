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Inter" panose="02000503000000020004" pitchFamily="2" charset="0"/>
      <p:regular r:id="rId14"/>
      <p:bold r:id="rId15"/>
      <p:italic r:id="rId16"/>
      <p:boldItalic r:id="rId17"/>
    </p:embeddedFont>
    <p:embeddedFont>
      <p:font typeface="Poppins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00438" y="2681287"/>
            <a:ext cx="8991123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Epilepsy &amp; Interface Design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14512" y="3776662"/>
            <a:ext cx="856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Ensuring digital accessibility through research-driven guidelines and safety-first visual design strategies.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334125" y="27432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Neurological Response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34125" y="32861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Photosensitive epilepsy is a condition where seizures are triggered by flickering lights, high-contrast patterns, or specific frequencies of visual stimuli.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34125" y="42005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 digital environments, this poses a "safety-critical" challenge for UX/UI designers who must avoid creating hazardous visual content.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5887" y="2100262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What is Photosensitive Epilepsy?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9875"/>
            <a:ext cx="52863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09875"/>
            <a:ext cx="52863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62025" y="32004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Flicker &amp; Flash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743325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Rapid changes in luminance or color intensity between 3Hz and 30Hz are primary triggers found in autoplay videos and flashing ads.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24650" y="32004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Contrast &amp; Patterns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24650" y="3743325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Repetitive geometric shapes, such as high-contrast stripes or "optical illusion" patterns, can induce cortical overstimulation.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Triggers in Modern Interfaces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809750" y="3133725"/>
            <a:ext cx="9048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Critical Frequency: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Identifies the 3Hz to 30Hz range as the highest risk zone for seizure induction.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809750" y="3629025"/>
            <a:ext cx="9048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"Three Flashes" Rule: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part of the screen should flash more than 3 times in one second.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809750" y="4124325"/>
            <a:ext cx="904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 Agency: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Emphasizes that dynamic web content must include user-controlled toggles to disable movement.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171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6671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16242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Fisher et al. Research (2005)</a:t>
            </a:r>
            <a:endParaRPr lang="en-US" sz="3600" dirty="0"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1809750" y="3005137"/>
            <a:ext cx="9048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Luminance Impact: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Found that brightness transitions are as dangerous as the frequency of the flashes.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809750" y="3500437"/>
            <a:ext cx="904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Screen Area Correlation: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risk increases significantly if the flashing content occupies a large percentage of the user's field of view.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809750" y="4252912"/>
            <a:ext cx="904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Technical Safeguards: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Proposed automated scanning tools to detect hazardous sequences during UI development.</a:t>
            </a:r>
            <a:endParaRPr/>
          </a:p>
        </p:txBody>
      </p:sp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043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5385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2910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Harding &amp; Harding Research (2010)</a:t>
            </a:r>
            <a:endParaRPr dirty="0"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3492549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33637"/>
            <a:ext cx="3492549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33637"/>
            <a:ext cx="3492549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66775" y="34147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Manual Autoplay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66775" y="3957637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Always disable autoplay by default. Allow users to initiate movement manually to avoid unexpected triggers.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4645074" y="34147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Lower Saturation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4645074" y="395763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Reduce high-contrast transitions. Use gradual fade-ins instead of instantaneous flashing transitions.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423374" y="34147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Pattern Safety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423374" y="3957637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Avoid narrow, repetitive stripes or high-frequency geometric grids that occupy more than 25% of the screen.</a:t>
            </a:r>
            <a:endParaRPr/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955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95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955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Design Guidelines for Safety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28717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Seizure Safe Profile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341471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accessiBe "Seizure Safe" profile is a dedicated mode designed to neutralize visual hazards instantly.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4071937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acts as a real-time filter between the raw web content and the user's perception, ensuring compliance with research-backed safety standards.</a:t>
            </a:r>
            <a:endParaRPr/>
          </a:p>
        </p:txBody>
      </p:sp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193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Case Study: accessiBe UI Overlay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Animation Suppression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71500" y="571500"/>
            <a:ext cx="57150" cy="1238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219075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Freeze Motion Technology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273367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interface feature immediately pauses all GIFs, CSS animations, and looping videos with a single toggle.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3390900"/>
            <a:ext cx="4953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eliminating the "flicker" at the source, it reduces the risk of seizures from unpredictable web advertisements and decorative animations.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6334125" y="28717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Automated Verification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334125" y="341471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Photosensitive Epilepsy Analysis Tool (PEAT) allows developers to capture screen video and analyze it for potential seizure triggers.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334125" y="432911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checks for luminance, red-flash frequency, and screen area coverage to ensure every update is safe before deployment.</a:t>
            </a:r>
            <a:endParaRPr/>
          </a:p>
        </p:txBody>
      </p:sp>
      <p:pic>
        <p:nvPicPr>
          <p:cNvPr id="200" name="Google Shape;20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5887" y="2100262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Analysis Tool: PEAT Analysis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/>
        </p:nvSpPr>
        <p:spPr>
          <a:xfrm>
            <a:off x="628650" y="198966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Safety is Non-Negotiable</a:t>
            </a:r>
            <a:endParaRPr dirty="0"/>
          </a:p>
        </p:txBody>
      </p:sp>
      <p:sp>
        <p:nvSpPr>
          <p:cNvPr id="211" name="Google Shape;211;p23"/>
          <p:cNvSpPr txBox="1"/>
          <p:nvPr/>
        </p:nvSpPr>
        <p:spPr>
          <a:xfrm>
            <a:off x="628650" y="265747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implementing the "Three Flashes" rule and providing suppression tools, we ensure that digital interfaces are physically safe.</a:t>
            </a:r>
            <a:endParaRPr dirty="0"/>
          </a:p>
        </p:txBody>
      </p:sp>
      <p:sp>
        <p:nvSpPr>
          <p:cNvPr id="212" name="Google Shape;212;p23"/>
          <p:cNvSpPr txBox="1"/>
          <p:nvPr/>
        </p:nvSpPr>
        <p:spPr>
          <a:xfrm>
            <a:off x="600075" y="369676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Designing for epilepsy improves UX for everyone by reducing visual noise and creating more intentional interactions.</a:t>
            </a:r>
            <a:endParaRPr dirty="0"/>
          </a:p>
        </p:txBody>
      </p:sp>
      <p:sp>
        <p:nvSpPr>
          <p:cNvPr id="213" name="Google Shape;213;p23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Design</a:t>
            </a:r>
            <a:endParaRPr dirty="0"/>
          </a:p>
        </p:txBody>
      </p:sp>
      <p:sp>
        <p:nvSpPr>
          <p:cNvPr id="214" name="Google Shape;214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319C45-1D1D-558F-9594-8FCABCD3C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925" y="1639559"/>
            <a:ext cx="5040000" cy="35788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295275" y="209073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809750" y="3300412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Ensuring accessibility through inclusive and safe design.</a:t>
            </a:r>
            <a:endParaRPr dirty="0"/>
          </a:p>
        </p:txBody>
      </p:sp>
      <p:sp>
        <p:nvSpPr>
          <p:cNvPr id="222" name="Google Shape;222;p24"/>
          <p:cNvSpPr txBox="1"/>
          <p:nvPr/>
        </p:nvSpPr>
        <p:spPr>
          <a:xfrm>
            <a:off x="571500" y="39671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Topic: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Photosensitive Epilepsy in UI Design</a:t>
            </a:r>
            <a:endParaRPr dirty="0"/>
          </a:p>
        </p:txBody>
      </p:sp>
      <p:sp>
        <p:nvSpPr>
          <p:cNvPr id="223" name="Google Shape;223;p24"/>
          <p:cNvSpPr txBox="1"/>
          <p:nvPr/>
        </p:nvSpPr>
        <p:spPr>
          <a:xfrm>
            <a:off x="571500" y="43672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Research: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Harding &amp; Harding | Fisher et al.</a:t>
            </a:r>
            <a:endParaRPr dirty="0"/>
          </a:p>
        </p:txBody>
      </p:sp>
      <p:sp>
        <p:nvSpPr>
          <p:cNvPr id="2" name="Google Shape;223;p24">
            <a:extLst>
              <a:ext uri="{FF2B5EF4-FFF2-40B4-BE49-F238E27FC236}">
                <a16:creationId xmlns:a16="http://schemas.microsoft.com/office/drawing/2014/main" id="{D0085B35-A120-6806-B306-18BB137E40E2}"/>
              </a:ext>
            </a:extLst>
          </p:cNvPr>
          <p:cNvSpPr txBox="1"/>
          <p:nvPr/>
        </p:nvSpPr>
        <p:spPr>
          <a:xfrm>
            <a:off x="571500" y="4701315"/>
            <a:ext cx="11049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Presentation By: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Talha Naveed (089) &amp; Abdul Wahab (007)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Macintosh PowerPoint</Application>
  <PresentationFormat>Widescreen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01-131232-013</cp:lastModifiedBy>
  <cp:revision>1</cp:revision>
  <dcterms:modified xsi:type="dcterms:W3CDTF">2026-02-22T00:40:35Z</dcterms:modified>
</cp:coreProperties>
</file>