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5"/>
  </p:notesMasterIdLst>
  <p:handoutMasterIdLst>
    <p:handoutMasterId r:id="rId46"/>
  </p:handoutMasterIdLst>
  <p:sldIdLst>
    <p:sldId id="258" r:id="rId2"/>
    <p:sldId id="260" r:id="rId3"/>
    <p:sldId id="261" r:id="rId4"/>
    <p:sldId id="259" r:id="rId5"/>
    <p:sldId id="290" r:id="rId6"/>
    <p:sldId id="291" r:id="rId7"/>
    <p:sldId id="263" r:id="rId8"/>
    <p:sldId id="262" r:id="rId9"/>
    <p:sldId id="293" r:id="rId10"/>
    <p:sldId id="284" r:id="rId11"/>
    <p:sldId id="286" r:id="rId12"/>
    <p:sldId id="265" r:id="rId13"/>
    <p:sldId id="266" r:id="rId14"/>
    <p:sldId id="267" r:id="rId15"/>
    <p:sldId id="294" r:id="rId16"/>
    <p:sldId id="268" r:id="rId17"/>
    <p:sldId id="269" r:id="rId18"/>
    <p:sldId id="295" r:id="rId19"/>
    <p:sldId id="270" r:id="rId20"/>
    <p:sldId id="296" r:id="rId21"/>
    <p:sldId id="297" r:id="rId22"/>
    <p:sldId id="285" r:id="rId23"/>
    <p:sldId id="298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2" r:id="rId35"/>
    <p:sldId id="281" r:id="rId36"/>
    <p:sldId id="283" r:id="rId37"/>
    <p:sldId id="288" r:id="rId38"/>
    <p:sldId id="301" r:id="rId39"/>
    <p:sldId id="303" r:id="rId40"/>
    <p:sldId id="302" r:id="rId41"/>
    <p:sldId id="304" r:id="rId42"/>
    <p:sldId id="300" r:id="rId43"/>
    <p:sldId id="29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  <a:srgbClr val="FFCCCC"/>
    <a:srgbClr val="460DB9"/>
    <a:srgbClr val="2005C1"/>
    <a:srgbClr val="0053FA"/>
    <a:srgbClr val="9999FF"/>
    <a:srgbClr val="25D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91" d="100"/>
          <a:sy n="91" d="100"/>
        </p:scale>
        <p:origin x="135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6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as Bilal BU H-11 -SE DEPT" userId="341989ff-1431-4aa0-8763-7a8acd37f5ea" providerId="ADAL" clId="{FBA24C3D-446B-4567-B536-EB974B33E0C3}"/>
    <pc:docChg chg="undo redo custSel addSld delSld modSld sldOrd">
      <pc:chgData name="Subas Bilal BU H-11 -SE DEPT" userId="341989ff-1431-4aa0-8763-7a8acd37f5ea" providerId="ADAL" clId="{FBA24C3D-446B-4567-B536-EB974B33E0C3}" dt="2025-01-24T06:32:59.365" v="1162" actId="47"/>
      <pc:docMkLst>
        <pc:docMk/>
      </pc:docMkLst>
      <pc:sldChg chg="modSp mod">
        <pc:chgData name="Subas Bilal BU H-11 -SE DEPT" userId="341989ff-1431-4aa0-8763-7a8acd37f5ea" providerId="ADAL" clId="{FBA24C3D-446B-4567-B536-EB974B33E0C3}" dt="2025-01-24T05:03:06.914" v="208" actId="115"/>
        <pc:sldMkLst>
          <pc:docMk/>
          <pc:sldMk cId="4238713616" sldId="262"/>
        </pc:sldMkLst>
        <pc:spChg chg="mod">
          <ac:chgData name="Subas Bilal BU H-11 -SE DEPT" userId="341989ff-1431-4aa0-8763-7a8acd37f5ea" providerId="ADAL" clId="{FBA24C3D-446B-4567-B536-EB974B33E0C3}" dt="2025-01-24T04:59:12.882" v="186" actId="20577"/>
          <ac:spMkLst>
            <pc:docMk/>
            <pc:sldMk cId="4238713616" sldId="262"/>
            <ac:spMk id="2" creationId="{8DD234F9-A717-4B2C-BFE5-FB7549533105}"/>
          </ac:spMkLst>
        </pc:spChg>
        <pc:spChg chg="mod ord">
          <ac:chgData name="Subas Bilal BU H-11 -SE DEPT" userId="341989ff-1431-4aa0-8763-7a8acd37f5ea" providerId="ADAL" clId="{FBA24C3D-446B-4567-B536-EB974B33E0C3}" dt="2025-01-24T05:03:06.914" v="208" actId="115"/>
          <ac:spMkLst>
            <pc:docMk/>
            <pc:sldMk cId="4238713616" sldId="262"/>
            <ac:spMk id="3" creationId="{4F0B59FA-28FC-4E50-9C86-F3C85BB0BA2B}"/>
          </ac:spMkLst>
        </pc:spChg>
        <pc:picChg chg="mod">
          <ac:chgData name="Subas Bilal BU H-11 -SE DEPT" userId="341989ff-1431-4aa0-8763-7a8acd37f5ea" providerId="ADAL" clId="{FBA24C3D-446B-4567-B536-EB974B33E0C3}" dt="2025-01-24T05:02:34.400" v="205" actId="732"/>
          <ac:picMkLst>
            <pc:docMk/>
            <pc:sldMk cId="4238713616" sldId="262"/>
            <ac:picMk id="2050" creationId="{FE975994-BABE-4A75-B9A6-374F52E2FD47}"/>
          </ac:picMkLst>
        </pc:picChg>
      </pc:sldChg>
      <pc:sldChg chg="modSp mod ord">
        <pc:chgData name="Subas Bilal BU H-11 -SE DEPT" userId="341989ff-1431-4aa0-8763-7a8acd37f5ea" providerId="ADAL" clId="{FBA24C3D-446B-4567-B536-EB974B33E0C3}" dt="2025-01-24T05:09:24.259" v="220" actId="123"/>
        <pc:sldMkLst>
          <pc:docMk/>
          <pc:sldMk cId="2236490062" sldId="263"/>
        </pc:sldMkLst>
        <pc:spChg chg="mod">
          <ac:chgData name="Subas Bilal BU H-11 -SE DEPT" userId="341989ff-1431-4aa0-8763-7a8acd37f5ea" providerId="ADAL" clId="{FBA24C3D-446B-4567-B536-EB974B33E0C3}" dt="2025-01-24T04:50:21.306" v="92"/>
          <ac:spMkLst>
            <pc:docMk/>
            <pc:sldMk cId="2236490062" sldId="263"/>
            <ac:spMk id="2" creationId="{68A2F32F-BC40-4AE8-988C-CFB55B853B3E}"/>
          </ac:spMkLst>
        </pc:spChg>
        <pc:spChg chg="mod">
          <ac:chgData name="Subas Bilal BU H-11 -SE DEPT" userId="341989ff-1431-4aa0-8763-7a8acd37f5ea" providerId="ADAL" clId="{FBA24C3D-446B-4567-B536-EB974B33E0C3}" dt="2025-01-24T05:09:24.259" v="220" actId="123"/>
          <ac:spMkLst>
            <pc:docMk/>
            <pc:sldMk cId="2236490062" sldId="263"/>
            <ac:spMk id="3" creationId="{3F651F9A-C17F-414C-A948-A1A9463ABB58}"/>
          </ac:spMkLst>
        </pc:spChg>
      </pc:sldChg>
      <pc:sldChg chg="addSp modSp mod">
        <pc:chgData name="Subas Bilal BU H-11 -SE DEPT" userId="341989ff-1431-4aa0-8763-7a8acd37f5ea" providerId="ADAL" clId="{FBA24C3D-446B-4567-B536-EB974B33E0C3}" dt="2025-01-24T06:05:00.633" v="751" actId="1076"/>
        <pc:sldMkLst>
          <pc:docMk/>
          <pc:sldMk cId="1675484164" sldId="266"/>
        </pc:sldMkLst>
        <pc:spChg chg="mod">
          <ac:chgData name="Subas Bilal BU H-11 -SE DEPT" userId="341989ff-1431-4aa0-8763-7a8acd37f5ea" providerId="ADAL" clId="{FBA24C3D-446B-4567-B536-EB974B33E0C3}" dt="2025-01-24T06:04:54.362" v="749" actId="6549"/>
          <ac:spMkLst>
            <pc:docMk/>
            <pc:sldMk cId="1675484164" sldId="266"/>
            <ac:spMk id="4" creationId="{AAD499AC-5C63-41ED-BC60-D8A5B0246115}"/>
          </ac:spMkLst>
        </pc:spChg>
        <pc:picChg chg="add mod">
          <ac:chgData name="Subas Bilal BU H-11 -SE DEPT" userId="341989ff-1431-4aa0-8763-7a8acd37f5ea" providerId="ADAL" clId="{FBA24C3D-446B-4567-B536-EB974B33E0C3}" dt="2025-01-24T06:04:58.120" v="750" actId="1076"/>
          <ac:picMkLst>
            <pc:docMk/>
            <pc:sldMk cId="1675484164" sldId="266"/>
            <ac:picMk id="6" creationId="{F51F3269-1B0E-B3B8-3510-D2296402C453}"/>
          </ac:picMkLst>
        </pc:picChg>
        <pc:picChg chg="add mod">
          <ac:chgData name="Subas Bilal BU H-11 -SE DEPT" userId="341989ff-1431-4aa0-8763-7a8acd37f5ea" providerId="ADAL" clId="{FBA24C3D-446B-4567-B536-EB974B33E0C3}" dt="2025-01-24T06:05:00.633" v="751" actId="1076"/>
          <ac:picMkLst>
            <pc:docMk/>
            <pc:sldMk cId="1675484164" sldId="266"/>
            <ac:picMk id="6146" creationId="{3EC57E73-F0A4-7F9E-74BC-D50666A0F4A9}"/>
          </ac:picMkLst>
        </pc:picChg>
      </pc:sldChg>
      <pc:sldChg chg="addSp modSp mod">
        <pc:chgData name="Subas Bilal BU H-11 -SE DEPT" userId="341989ff-1431-4aa0-8763-7a8acd37f5ea" providerId="ADAL" clId="{FBA24C3D-446B-4567-B536-EB974B33E0C3}" dt="2025-01-24T06:01:16.005" v="738" actId="1076"/>
        <pc:sldMkLst>
          <pc:docMk/>
          <pc:sldMk cId="445470982" sldId="267"/>
        </pc:sldMkLst>
        <pc:spChg chg="mod">
          <ac:chgData name="Subas Bilal BU H-11 -SE DEPT" userId="341989ff-1431-4aa0-8763-7a8acd37f5ea" providerId="ADAL" clId="{FBA24C3D-446B-4567-B536-EB974B33E0C3}" dt="2025-01-24T05:16:21.270" v="319" actId="20577"/>
          <ac:spMkLst>
            <pc:docMk/>
            <pc:sldMk cId="445470982" sldId="267"/>
            <ac:spMk id="2" creationId="{952DC2B9-37AA-4867-A335-FEC6392E7308}"/>
          </ac:spMkLst>
        </pc:spChg>
        <pc:spChg chg="mod">
          <ac:chgData name="Subas Bilal BU H-11 -SE DEPT" userId="341989ff-1431-4aa0-8763-7a8acd37f5ea" providerId="ADAL" clId="{FBA24C3D-446B-4567-B536-EB974B33E0C3}" dt="2025-01-24T05:59:59.897" v="735" actId="1076"/>
          <ac:spMkLst>
            <pc:docMk/>
            <pc:sldMk cId="445470982" sldId="267"/>
            <ac:spMk id="3" creationId="{93BE603C-DBD5-4F9F-B811-A6ADA7DF76F2}"/>
          </ac:spMkLst>
        </pc:spChg>
        <pc:picChg chg="add mod">
          <ac:chgData name="Subas Bilal BU H-11 -SE DEPT" userId="341989ff-1431-4aa0-8763-7a8acd37f5ea" providerId="ADAL" clId="{FBA24C3D-446B-4567-B536-EB974B33E0C3}" dt="2025-01-24T06:00:03.307" v="736" actId="1076"/>
          <ac:picMkLst>
            <pc:docMk/>
            <pc:sldMk cId="445470982" sldId="267"/>
            <ac:picMk id="5122" creationId="{9968490C-A0E1-820E-B4BB-ACCF960E99E3}"/>
          </ac:picMkLst>
        </pc:picChg>
        <pc:picChg chg="add mod">
          <ac:chgData name="Subas Bilal BU H-11 -SE DEPT" userId="341989ff-1431-4aa0-8763-7a8acd37f5ea" providerId="ADAL" clId="{FBA24C3D-446B-4567-B536-EB974B33E0C3}" dt="2025-01-24T06:01:16.005" v="738" actId="1076"/>
          <ac:picMkLst>
            <pc:docMk/>
            <pc:sldMk cId="445470982" sldId="267"/>
            <ac:picMk id="5124" creationId="{0BE0B8FF-BC9A-067A-4BEF-DFC466912B18}"/>
          </ac:picMkLst>
        </pc:picChg>
      </pc:sldChg>
      <pc:sldChg chg="addSp modSp mod">
        <pc:chgData name="Subas Bilal BU H-11 -SE DEPT" userId="341989ff-1431-4aa0-8763-7a8acd37f5ea" providerId="ADAL" clId="{FBA24C3D-446B-4567-B536-EB974B33E0C3}" dt="2025-01-24T05:56:48.736" v="722" actId="732"/>
        <pc:sldMkLst>
          <pc:docMk/>
          <pc:sldMk cId="1830984108" sldId="268"/>
        </pc:sldMkLst>
        <pc:spChg chg="mod">
          <ac:chgData name="Subas Bilal BU H-11 -SE DEPT" userId="341989ff-1431-4aa0-8763-7a8acd37f5ea" providerId="ADAL" clId="{FBA24C3D-446B-4567-B536-EB974B33E0C3}" dt="2025-01-24T05:32:00.110" v="516" actId="27636"/>
          <ac:spMkLst>
            <pc:docMk/>
            <pc:sldMk cId="1830984108" sldId="268"/>
            <ac:spMk id="3" creationId="{CC232455-4AAB-4D4C-979A-FD4130AE8F5A}"/>
          </ac:spMkLst>
        </pc:spChg>
        <pc:picChg chg="add mod">
          <ac:chgData name="Subas Bilal BU H-11 -SE DEPT" userId="341989ff-1431-4aa0-8763-7a8acd37f5ea" providerId="ADAL" clId="{FBA24C3D-446B-4567-B536-EB974B33E0C3}" dt="2025-01-24T05:56:22.887" v="716" actId="732"/>
          <ac:picMkLst>
            <pc:docMk/>
            <pc:sldMk cId="1830984108" sldId="268"/>
            <ac:picMk id="3074" creationId="{84B26E34-1BE6-4F08-DE3A-AF3499860BE9}"/>
          </ac:picMkLst>
        </pc:picChg>
        <pc:picChg chg="add mod">
          <ac:chgData name="Subas Bilal BU H-11 -SE DEPT" userId="341989ff-1431-4aa0-8763-7a8acd37f5ea" providerId="ADAL" clId="{FBA24C3D-446B-4567-B536-EB974B33E0C3}" dt="2025-01-24T05:56:48.736" v="722" actId="732"/>
          <ac:picMkLst>
            <pc:docMk/>
            <pc:sldMk cId="1830984108" sldId="268"/>
            <ac:picMk id="3076" creationId="{794AF647-C044-BC67-5D91-3B7E0ADBEA88}"/>
          </ac:picMkLst>
        </pc:picChg>
      </pc:sldChg>
      <pc:sldChg chg="addSp delSp modSp mod modAnim">
        <pc:chgData name="Subas Bilal BU H-11 -SE DEPT" userId="341989ff-1431-4aa0-8763-7a8acd37f5ea" providerId="ADAL" clId="{FBA24C3D-446B-4567-B536-EB974B33E0C3}" dt="2025-01-24T05:54:10.736" v="708" actId="1076"/>
        <pc:sldMkLst>
          <pc:docMk/>
          <pc:sldMk cId="1179534066" sldId="269"/>
        </pc:sldMkLst>
        <pc:spChg chg="mod">
          <ac:chgData name="Subas Bilal BU H-11 -SE DEPT" userId="341989ff-1431-4aa0-8763-7a8acd37f5ea" providerId="ADAL" clId="{FBA24C3D-446B-4567-B536-EB974B33E0C3}" dt="2025-01-24T05:32:42.842" v="522"/>
          <ac:spMkLst>
            <pc:docMk/>
            <pc:sldMk cId="1179534066" sldId="269"/>
            <ac:spMk id="2" creationId="{ED3998BF-CD6B-4075-8B72-1DDBF2610714}"/>
          </ac:spMkLst>
        </pc:spChg>
        <pc:spChg chg="mod ord">
          <ac:chgData name="Subas Bilal BU H-11 -SE DEPT" userId="341989ff-1431-4aa0-8763-7a8acd37f5ea" providerId="ADAL" clId="{FBA24C3D-446B-4567-B536-EB974B33E0C3}" dt="2025-01-24T05:53:38.235" v="686" actId="20577"/>
          <ac:spMkLst>
            <pc:docMk/>
            <pc:sldMk cId="1179534066" sldId="269"/>
            <ac:spMk id="3" creationId="{8E87328A-598F-4A14-9DA3-30C5025D47BF}"/>
          </ac:spMkLst>
        </pc:spChg>
        <pc:picChg chg="add mod">
          <ac:chgData name="Subas Bilal BU H-11 -SE DEPT" userId="341989ff-1431-4aa0-8763-7a8acd37f5ea" providerId="ADAL" clId="{FBA24C3D-446B-4567-B536-EB974B33E0C3}" dt="2025-01-24T05:52:59.555" v="677" actId="1076"/>
          <ac:picMkLst>
            <pc:docMk/>
            <pc:sldMk cId="1179534066" sldId="269"/>
            <ac:picMk id="5" creationId="{90200C46-46F5-756E-0CC3-09E28503D518}"/>
          </ac:picMkLst>
        </pc:picChg>
        <pc:picChg chg="del">
          <ac:chgData name="Subas Bilal BU H-11 -SE DEPT" userId="341989ff-1431-4aa0-8763-7a8acd37f5ea" providerId="ADAL" clId="{FBA24C3D-446B-4567-B536-EB974B33E0C3}" dt="2025-01-24T05:49:48.584" v="649" actId="478"/>
          <ac:picMkLst>
            <pc:docMk/>
            <pc:sldMk cId="1179534066" sldId="269"/>
            <ac:picMk id="2050" creationId="{A2F2693E-20F8-4878-967F-8635D9262DBF}"/>
          </ac:picMkLst>
        </pc:picChg>
        <pc:picChg chg="add mod">
          <ac:chgData name="Subas Bilal BU H-11 -SE DEPT" userId="341989ff-1431-4aa0-8763-7a8acd37f5ea" providerId="ADAL" clId="{FBA24C3D-446B-4567-B536-EB974B33E0C3}" dt="2025-01-24T05:54:10.736" v="708" actId="1076"/>
          <ac:picMkLst>
            <pc:docMk/>
            <pc:sldMk cId="1179534066" sldId="269"/>
            <ac:picMk id="2052" creationId="{2A593DB5-9715-00F1-099E-1225979AE3BC}"/>
          </ac:picMkLst>
        </pc:picChg>
        <pc:picChg chg="add mod">
          <ac:chgData name="Subas Bilal BU H-11 -SE DEPT" userId="341989ff-1431-4aa0-8763-7a8acd37f5ea" providerId="ADAL" clId="{FBA24C3D-446B-4567-B536-EB974B33E0C3}" dt="2025-01-24T05:54:06.449" v="707" actId="1076"/>
          <ac:picMkLst>
            <pc:docMk/>
            <pc:sldMk cId="1179534066" sldId="269"/>
            <ac:picMk id="2054" creationId="{632614CE-C336-1386-03EA-FDBF7EE1BC55}"/>
          </ac:picMkLst>
        </pc:picChg>
      </pc:sldChg>
      <pc:sldChg chg="addSp delSp modSp mod">
        <pc:chgData name="Subas Bilal BU H-11 -SE DEPT" userId="341989ff-1431-4aa0-8763-7a8acd37f5ea" providerId="ADAL" clId="{FBA24C3D-446B-4567-B536-EB974B33E0C3}" dt="2025-01-24T05:49:37.791" v="647" actId="1076"/>
        <pc:sldMkLst>
          <pc:docMk/>
          <pc:sldMk cId="216418065" sldId="270"/>
        </pc:sldMkLst>
        <pc:spChg chg="mod">
          <ac:chgData name="Subas Bilal BU H-11 -SE DEPT" userId="341989ff-1431-4aa0-8763-7a8acd37f5ea" providerId="ADAL" clId="{FBA24C3D-446B-4567-B536-EB974B33E0C3}" dt="2025-01-24T05:44:14.624" v="613"/>
          <ac:spMkLst>
            <pc:docMk/>
            <pc:sldMk cId="216418065" sldId="270"/>
            <ac:spMk id="2" creationId="{45591A86-E7CD-41F1-A025-91DE41A7B882}"/>
          </ac:spMkLst>
        </pc:spChg>
        <pc:spChg chg="mod">
          <ac:chgData name="Subas Bilal BU H-11 -SE DEPT" userId="341989ff-1431-4aa0-8763-7a8acd37f5ea" providerId="ADAL" clId="{FBA24C3D-446B-4567-B536-EB974B33E0C3}" dt="2025-01-24T05:45:39.756" v="616" actId="12"/>
          <ac:spMkLst>
            <pc:docMk/>
            <pc:sldMk cId="216418065" sldId="270"/>
            <ac:spMk id="3" creationId="{C550D29B-2DB7-414E-BCA2-FE4CEFFFFC76}"/>
          </ac:spMkLst>
        </pc:spChg>
        <pc:picChg chg="add mod">
          <ac:chgData name="Subas Bilal BU H-11 -SE DEPT" userId="341989ff-1431-4aa0-8763-7a8acd37f5ea" providerId="ADAL" clId="{FBA24C3D-446B-4567-B536-EB974B33E0C3}" dt="2025-01-24T05:49:34.068" v="645" actId="1076"/>
          <ac:picMkLst>
            <pc:docMk/>
            <pc:sldMk cId="216418065" sldId="270"/>
            <ac:picMk id="4" creationId="{1F9FB7AD-EBB4-B319-8705-46643CA4C4D1}"/>
          </ac:picMkLst>
        </pc:picChg>
        <pc:picChg chg="add mod">
          <ac:chgData name="Subas Bilal BU H-11 -SE DEPT" userId="341989ff-1431-4aa0-8763-7a8acd37f5ea" providerId="ADAL" clId="{FBA24C3D-446B-4567-B536-EB974B33E0C3}" dt="2025-01-24T05:49:36.383" v="646" actId="1076"/>
          <ac:picMkLst>
            <pc:docMk/>
            <pc:sldMk cId="216418065" sldId="270"/>
            <ac:picMk id="5" creationId="{44228B2D-E954-1D6F-F1B5-CC027EFC2D94}"/>
          </ac:picMkLst>
        </pc:picChg>
        <pc:picChg chg="add mod">
          <ac:chgData name="Subas Bilal BU H-11 -SE DEPT" userId="341989ff-1431-4aa0-8763-7a8acd37f5ea" providerId="ADAL" clId="{FBA24C3D-446B-4567-B536-EB974B33E0C3}" dt="2025-01-24T05:49:37.791" v="647" actId="1076"/>
          <ac:picMkLst>
            <pc:docMk/>
            <pc:sldMk cId="216418065" sldId="270"/>
            <ac:picMk id="6" creationId="{36E86BF9-CBA5-1C97-207A-9D7B027D4E1A}"/>
          </ac:picMkLst>
        </pc:picChg>
        <pc:picChg chg="del mod">
          <ac:chgData name="Subas Bilal BU H-11 -SE DEPT" userId="341989ff-1431-4aa0-8763-7a8acd37f5ea" providerId="ADAL" clId="{FBA24C3D-446B-4567-B536-EB974B33E0C3}" dt="2025-01-24T05:45:48.641" v="618" actId="478"/>
          <ac:picMkLst>
            <pc:docMk/>
            <pc:sldMk cId="216418065" sldId="270"/>
            <ac:picMk id="1026" creationId="{8914EAAA-DC8B-48ED-A62F-0086E9639643}"/>
          </ac:picMkLst>
        </pc:picChg>
        <pc:picChg chg="del mod">
          <ac:chgData name="Subas Bilal BU H-11 -SE DEPT" userId="341989ff-1431-4aa0-8763-7a8acd37f5ea" providerId="ADAL" clId="{FBA24C3D-446B-4567-B536-EB974B33E0C3}" dt="2025-01-24T05:47:31.416" v="622" actId="478"/>
          <ac:picMkLst>
            <pc:docMk/>
            <pc:sldMk cId="216418065" sldId="270"/>
            <ac:picMk id="1028" creationId="{F393593C-2B63-4956-9FA1-25222F1327E4}"/>
          </ac:picMkLst>
        </pc:picChg>
        <pc:picChg chg="del mod">
          <ac:chgData name="Subas Bilal BU H-11 -SE DEPT" userId="341989ff-1431-4aa0-8763-7a8acd37f5ea" providerId="ADAL" clId="{FBA24C3D-446B-4567-B536-EB974B33E0C3}" dt="2025-01-24T05:45:54.444" v="620" actId="478"/>
          <ac:picMkLst>
            <pc:docMk/>
            <pc:sldMk cId="216418065" sldId="270"/>
            <ac:picMk id="1030" creationId="{1D7B791B-C61C-4ED3-AFD8-C1B7DC40DE47}"/>
          </ac:picMkLst>
        </pc:picChg>
      </pc:sldChg>
      <pc:sldChg chg="modSp mod">
        <pc:chgData name="Subas Bilal BU H-11 -SE DEPT" userId="341989ff-1431-4aa0-8763-7a8acd37f5ea" providerId="ADAL" clId="{FBA24C3D-446B-4567-B536-EB974B33E0C3}" dt="2025-01-24T06:17:45.208" v="923" actId="1076"/>
        <pc:sldMkLst>
          <pc:docMk/>
          <pc:sldMk cId="330403009" sldId="271"/>
        </pc:sldMkLst>
        <pc:picChg chg="mod modCrop">
          <ac:chgData name="Subas Bilal BU H-11 -SE DEPT" userId="341989ff-1431-4aa0-8763-7a8acd37f5ea" providerId="ADAL" clId="{FBA24C3D-446B-4567-B536-EB974B33E0C3}" dt="2025-01-24T06:17:45.208" v="923" actId="1076"/>
          <ac:picMkLst>
            <pc:docMk/>
            <pc:sldMk cId="330403009" sldId="271"/>
            <ac:picMk id="3" creationId="{4D0A60A1-A146-4CB4-B1C2-ECB178C19E3C}"/>
          </ac:picMkLst>
        </pc:picChg>
      </pc:sldChg>
      <pc:sldChg chg="delSp modSp del">
        <pc:chgData name="Subas Bilal BU H-11 -SE DEPT" userId="341989ff-1431-4aa0-8763-7a8acd37f5ea" providerId="ADAL" clId="{FBA24C3D-446B-4567-B536-EB974B33E0C3}" dt="2025-01-24T06:32:59.365" v="1162" actId="47"/>
        <pc:sldMkLst>
          <pc:docMk/>
          <pc:sldMk cId="4291739693" sldId="287"/>
        </pc:sldMkLst>
        <pc:picChg chg="del mod">
          <ac:chgData name="Subas Bilal BU H-11 -SE DEPT" userId="341989ff-1431-4aa0-8763-7a8acd37f5ea" providerId="ADAL" clId="{FBA24C3D-446B-4567-B536-EB974B33E0C3}" dt="2025-01-24T06:32:54.895" v="1161" actId="478"/>
          <ac:picMkLst>
            <pc:docMk/>
            <pc:sldMk cId="4291739693" sldId="287"/>
            <ac:picMk id="1026" creationId="{54005C5A-8E86-4907-B496-77D78613BD41}"/>
          </ac:picMkLst>
        </pc:picChg>
      </pc:sldChg>
      <pc:sldChg chg="addSp delSp modSp mod modClrScheme chgLayout">
        <pc:chgData name="Subas Bilal BU H-11 -SE DEPT" userId="341989ff-1431-4aa0-8763-7a8acd37f5ea" providerId="ADAL" clId="{FBA24C3D-446B-4567-B536-EB974B33E0C3}" dt="2025-01-24T06:22:11.763" v="1027" actId="478"/>
        <pc:sldMkLst>
          <pc:docMk/>
          <pc:sldMk cId="430130499" sldId="288"/>
        </pc:sldMkLst>
        <pc:spChg chg="mod ord">
          <ac:chgData name="Subas Bilal BU H-11 -SE DEPT" userId="341989ff-1431-4aa0-8763-7a8acd37f5ea" providerId="ADAL" clId="{FBA24C3D-446B-4567-B536-EB974B33E0C3}" dt="2025-01-24T06:21:16.428" v="1017" actId="20577"/>
          <ac:spMkLst>
            <pc:docMk/>
            <pc:sldMk cId="430130499" sldId="288"/>
            <ac:spMk id="2" creationId="{C905A5E6-8A65-4F95-B31D-84EB8A3D564A}"/>
          </ac:spMkLst>
        </pc:spChg>
        <pc:spChg chg="del">
          <ac:chgData name="Subas Bilal BU H-11 -SE DEPT" userId="341989ff-1431-4aa0-8763-7a8acd37f5ea" providerId="ADAL" clId="{FBA24C3D-446B-4567-B536-EB974B33E0C3}" dt="2025-01-24T06:21:09.924" v="1015" actId="478"/>
          <ac:spMkLst>
            <pc:docMk/>
            <pc:sldMk cId="430130499" sldId="288"/>
            <ac:spMk id="3" creationId="{A6E58670-82FE-4929-8564-03EA001FCE26}"/>
          </ac:spMkLst>
        </pc:spChg>
        <pc:spChg chg="del">
          <ac:chgData name="Subas Bilal BU H-11 -SE DEPT" userId="341989ff-1431-4aa0-8763-7a8acd37f5ea" providerId="ADAL" clId="{FBA24C3D-446B-4567-B536-EB974B33E0C3}" dt="2025-01-24T06:21:08.596" v="1014" actId="478"/>
          <ac:spMkLst>
            <pc:docMk/>
            <pc:sldMk cId="430130499" sldId="288"/>
            <ac:spMk id="4" creationId="{41E866F9-4D1F-47CA-B2B1-4BD903CFA42F}"/>
          </ac:spMkLst>
        </pc:spChg>
        <pc:spChg chg="add del mod">
          <ac:chgData name="Subas Bilal BU H-11 -SE DEPT" userId="341989ff-1431-4aa0-8763-7a8acd37f5ea" providerId="ADAL" clId="{FBA24C3D-446B-4567-B536-EB974B33E0C3}" dt="2025-01-24T06:21:12.705" v="1016" actId="700"/>
          <ac:spMkLst>
            <pc:docMk/>
            <pc:sldMk cId="430130499" sldId="288"/>
            <ac:spMk id="6" creationId="{C829398E-1EC0-06C9-FD69-CFD467E9DDA1}"/>
          </ac:spMkLst>
        </pc:spChg>
        <pc:spChg chg="add del mod ord">
          <ac:chgData name="Subas Bilal BU H-11 -SE DEPT" userId="341989ff-1431-4aa0-8763-7a8acd37f5ea" providerId="ADAL" clId="{FBA24C3D-446B-4567-B536-EB974B33E0C3}" dt="2025-01-24T06:21:12.705" v="1016" actId="700"/>
          <ac:spMkLst>
            <pc:docMk/>
            <pc:sldMk cId="430130499" sldId="288"/>
            <ac:spMk id="8" creationId="{C43A9731-9623-D05E-4F93-EA2F1B3E0124}"/>
          </ac:spMkLst>
        </pc:spChg>
        <pc:spChg chg="add mod ord">
          <ac:chgData name="Subas Bilal BU H-11 -SE DEPT" userId="341989ff-1431-4aa0-8763-7a8acd37f5ea" providerId="ADAL" clId="{FBA24C3D-446B-4567-B536-EB974B33E0C3}" dt="2025-01-24T06:21:58.817" v="1026" actId="20577"/>
          <ac:spMkLst>
            <pc:docMk/>
            <pc:sldMk cId="430130499" sldId="288"/>
            <ac:spMk id="9" creationId="{C7029E63-A951-FAEC-CD6C-948A09EB948F}"/>
          </ac:spMkLst>
        </pc:spChg>
        <pc:picChg chg="del">
          <ac:chgData name="Subas Bilal BU H-11 -SE DEPT" userId="341989ff-1431-4aa0-8763-7a8acd37f5ea" providerId="ADAL" clId="{FBA24C3D-446B-4567-B536-EB974B33E0C3}" dt="2025-01-24T06:22:11.763" v="1027" actId="478"/>
          <ac:picMkLst>
            <pc:docMk/>
            <pc:sldMk cId="430130499" sldId="288"/>
            <ac:picMk id="2050" creationId="{27A63932-43C3-4B98-BF39-E3FEE16A0129}"/>
          </ac:picMkLst>
        </pc:picChg>
      </pc:sldChg>
      <pc:sldChg chg="new del">
        <pc:chgData name="Subas Bilal BU H-11 -SE DEPT" userId="341989ff-1431-4aa0-8763-7a8acd37f5ea" providerId="ADAL" clId="{FBA24C3D-446B-4567-B536-EB974B33E0C3}" dt="2025-01-24T04:43:21.199" v="12" actId="47"/>
        <pc:sldMkLst>
          <pc:docMk/>
          <pc:sldMk cId="2343091524" sldId="289"/>
        </pc:sldMkLst>
      </pc:sldChg>
      <pc:sldChg chg="addSp delSp modSp add mod">
        <pc:chgData name="Subas Bilal BU H-11 -SE DEPT" userId="341989ff-1431-4aa0-8763-7a8acd37f5ea" providerId="ADAL" clId="{FBA24C3D-446B-4567-B536-EB974B33E0C3}" dt="2025-01-24T04:46:13.168" v="76" actId="20577"/>
        <pc:sldMkLst>
          <pc:docMk/>
          <pc:sldMk cId="1078494522" sldId="290"/>
        </pc:sldMkLst>
        <pc:spChg chg="mod">
          <ac:chgData name="Subas Bilal BU H-11 -SE DEPT" userId="341989ff-1431-4aa0-8763-7a8acd37f5ea" providerId="ADAL" clId="{FBA24C3D-446B-4567-B536-EB974B33E0C3}" dt="2025-01-24T04:43:47.791" v="47" actId="113"/>
          <ac:spMkLst>
            <pc:docMk/>
            <pc:sldMk cId="1078494522" sldId="290"/>
            <ac:spMk id="2" creationId="{251DE416-B6E6-994E-E250-4A7DFD989F81}"/>
          </ac:spMkLst>
        </pc:spChg>
        <pc:spChg chg="add mod">
          <ac:chgData name="Subas Bilal BU H-11 -SE DEPT" userId="341989ff-1431-4aa0-8763-7a8acd37f5ea" providerId="ADAL" clId="{FBA24C3D-446B-4567-B536-EB974B33E0C3}" dt="2025-01-24T04:46:13.168" v="76" actId="20577"/>
          <ac:spMkLst>
            <pc:docMk/>
            <pc:sldMk cId="1078494522" sldId="290"/>
            <ac:spMk id="5" creationId="{9C73549B-CA7C-64B3-FE45-0DAEF9BD0B63}"/>
          </ac:spMkLst>
        </pc:spChg>
        <pc:picChg chg="del">
          <ac:chgData name="Subas Bilal BU H-11 -SE DEPT" userId="341989ff-1431-4aa0-8763-7a8acd37f5ea" providerId="ADAL" clId="{FBA24C3D-446B-4567-B536-EB974B33E0C3}" dt="2025-01-24T04:43:49.292" v="48" actId="478"/>
          <ac:picMkLst>
            <pc:docMk/>
            <pc:sldMk cId="1078494522" sldId="290"/>
            <ac:picMk id="4" creationId="{51C2B9D8-A7F7-D07B-6349-9146B246B3F0}"/>
          </ac:picMkLst>
        </pc:picChg>
      </pc:sldChg>
      <pc:sldChg chg="modSp add mod">
        <pc:chgData name="Subas Bilal BU H-11 -SE DEPT" userId="341989ff-1431-4aa0-8763-7a8acd37f5ea" providerId="ADAL" clId="{FBA24C3D-446B-4567-B536-EB974B33E0C3}" dt="2025-01-24T04:46:01.157" v="74" actId="123"/>
        <pc:sldMkLst>
          <pc:docMk/>
          <pc:sldMk cId="4138556120" sldId="291"/>
        </pc:sldMkLst>
        <pc:spChg chg="mod">
          <ac:chgData name="Subas Bilal BU H-11 -SE DEPT" userId="341989ff-1431-4aa0-8763-7a8acd37f5ea" providerId="ADAL" clId="{FBA24C3D-446B-4567-B536-EB974B33E0C3}" dt="2025-01-24T04:45:18.565" v="63" actId="20577"/>
          <ac:spMkLst>
            <pc:docMk/>
            <pc:sldMk cId="4138556120" sldId="291"/>
            <ac:spMk id="2" creationId="{BB60790D-2B47-6F97-1B19-EAEAA00BC663}"/>
          </ac:spMkLst>
        </pc:spChg>
        <pc:spChg chg="mod">
          <ac:chgData name="Subas Bilal BU H-11 -SE DEPT" userId="341989ff-1431-4aa0-8763-7a8acd37f5ea" providerId="ADAL" clId="{FBA24C3D-446B-4567-B536-EB974B33E0C3}" dt="2025-01-24T04:46:01.157" v="74" actId="123"/>
          <ac:spMkLst>
            <pc:docMk/>
            <pc:sldMk cId="4138556120" sldId="291"/>
            <ac:spMk id="5" creationId="{B62C3352-A4A0-13F1-9600-BCEDC93048ED}"/>
          </ac:spMkLst>
        </pc:spChg>
      </pc:sldChg>
      <pc:sldChg chg="modSp new del mod">
        <pc:chgData name="Subas Bilal BU H-11 -SE DEPT" userId="341989ff-1431-4aa0-8763-7a8acd37f5ea" providerId="ADAL" clId="{FBA24C3D-446B-4567-B536-EB974B33E0C3}" dt="2025-01-24T05:10:07.630" v="229" actId="47"/>
        <pc:sldMkLst>
          <pc:docMk/>
          <pc:sldMk cId="193275403" sldId="292"/>
        </pc:sldMkLst>
        <pc:spChg chg="mod">
          <ac:chgData name="Subas Bilal BU H-11 -SE DEPT" userId="341989ff-1431-4aa0-8763-7a8acd37f5ea" providerId="ADAL" clId="{FBA24C3D-446B-4567-B536-EB974B33E0C3}" dt="2025-01-24T05:10:02.923" v="227" actId="20577"/>
          <ac:spMkLst>
            <pc:docMk/>
            <pc:sldMk cId="193275403" sldId="292"/>
            <ac:spMk id="2" creationId="{08FF6BAE-BAAB-EC65-B69B-BB2DBDEF08AE}"/>
          </ac:spMkLst>
        </pc:spChg>
        <pc:spChg chg="mod">
          <ac:chgData name="Subas Bilal BU H-11 -SE DEPT" userId="341989ff-1431-4aa0-8763-7a8acd37f5ea" providerId="ADAL" clId="{FBA24C3D-446B-4567-B536-EB974B33E0C3}" dt="2025-01-24T05:09:42.824" v="221" actId="20577"/>
          <ac:spMkLst>
            <pc:docMk/>
            <pc:sldMk cId="193275403" sldId="292"/>
            <ac:spMk id="3" creationId="{9D09E96B-F99A-D53E-7BD6-B2B04C3D8629}"/>
          </ac:spMkLst>
        </pc:spChg>
      </pc:sldChg>
      <pc:sldChg chg="delSp modSp add mod modAnim">
        <pc:chgData name="Subas Bilal BU H-11 -SE DEPT" userId="341989ff-1431-4aa0-8763-7a8acd37f5ea" providerId="ADAL" clId="{FBA24C3D-446B-4567-B536-EB974B33E0C3}" dt="2025-01-24T05:13:45.690" v="315" actId="27636"/>
        <pc:sldMkLst>
          <pc:docMk/>
          <pc:sldMk cId="3398779353" sldId="293"/>
        </pc:sldMkLst>
        <pc:spChg chg="mod">
          <ac:chgData name="Subas Bilal BU H-11 -SE DEPT" userId="341989ff-1431-4aa0-8763-7a8acd37f5ea" providerId="ADAL" clId="{FBA24C3D-446B-4567-B536-EB974B33E0C3}" dt="2025-01-24T05:10:23.395" v="269" actId="20577"/>
          <ac:spMkLst>
            <pc:docMk/>
            <pc:sldMk cId="3398779353" sldId="293"/>
            <ac:spMk id="2" creationId="{5AF29E7A-D82C-D10F-DDA6-3B240EAEF1AE}"/>
          </ac:spMkLst>
        </pc:spChg>
        <pc:spChg chg="mod">
          <ac:chgData name="Subas Bilal BU H-11 -SE DEPT" userId="341989ff-1431-4aa0-8763-7a8acd37f5ea" providerId="ADAL" clId="{FBA24C3D-446B-4567-B536-EB974B33E0C3}" dt="2025-01-24T05:13:45.690" v="315" actId="27636"/>
          <ac:spMkLst>
            <pc:docMk/>
            <pc:sldMk cId="3398779353" sldId="293"/>
            <ac:spMk id="3" creationId="{E01DE7C0-E8AF-9090-225C-2FC35A6C028F}"/>
          </ac:spMkLst>
        </pc:spChg>
        <pc:picChg chg="del">
          <ac:chgData name="Subas Bilal BU H-11 -SE DEPT" userId="341989ff-1431-4aa0-8763-7a8acd37f5ea" providerId="ADAL" clId="{FBA24C3D-446B-4567-B536-EB974B33E0C3}" dt="2025-01-24T05:10:29.433" v="271" actId="478"/>
          <ac:picMkLst>
            <pc:docMk/>
            <pc:sldMk cId="3398779353" sldId="293"/>
            <ac:picMk id="2050" creationId="{A161CE68-00AC-3BDD-5614-5E5095CA89A6}"/>
          </ac:picMkLst>
        </pc:picChg>
      </pc:sldChg>
      <pc:sldChg chg="addSp modSp add mod">
        <pc:chgData name="Subas Bilal BU H-11 -SE DEPT" userId="341989ff-1431-4aa0-8763-7a8acd37f5ea" providerId="ADAL" clId="{FBA24C3D-446B-4567-B536-EB974B33E0C3}" dt="2025-01-24T05:58:19.796" v="732" actId="1076"/>
        <pc:sldMkLst>
          <pc:docMk/>
          <pc:sldMk cId="4033786304" sldId="294"/>
        </pc:sldMkLst>
        <pc:spChg chg="mod">
          <ac:chgData name="Subas Bilal BU H-11 -SE DEPT" userId="341989ff-1431-4aa0-8763-7a8acd37f5ea" providerId="ADAL" clId="{FBA24C3D-446B-4567-B536-EB974B33E0C3}" dt="2025-01-24T05:16:25.116" v="320" actId="6549"/>
          <ac:spMkLst>
            <pc:docMk/>
            <pc:sldMk cId="4033786304" sldId="294"/>
            <ac:spMk id="2" creationId="{8A0720CC-01EC-45BA-9AA8-77D5B4D7692E}"/>
          </ac:spMkLst>
        </pc:spChg>
        <pc:spChg chg="mod">
          <ac:chgData name="Subas Bilal BU H-11 -SE DEPT" userId="341989ff-1431-4aa0-8763-7a8acd37f5ea" providerId="ADAL" clId="{FBA24C3D-446B-4567-B536-EB974B33E0C3}" dt="2025-01-24T05:21:06.459" v="400" actId="113"/>
          <ac:spMkLst>
            <pc:docMk/>
            <pc:sldMk cId="4033786304" sldId="294"/>
            <ac:spMk id="3" creationId="{03FE86A7-A98A-A73F-241A-B80F88A522D7}"/>
          </ac:spMkLst>
        </pc:spChg>
        <pc:picChg chg="add mod">
          <ac:chgData name="Subas Bilal BU H-11 -SE DEPT" userId="341989ff-1431-4aa0-8763-7a8acd37f5ea" providerId="ADAL" clId="{FBA24C3D-446B-4567-B536-EB974B33E0C3}" dt="2025-01-24T05:58:19.796" v="732" actId="1076"/>
          <ac:picMkLst>
            <pc:docMk/>
            <pc:sldMk cId="4033786304" sldId="294"/>
            <ac:picMk id="4098" creationId="{9105F147-D569-B92B-04FE-F53FC60820E8}"/>
          </ac:picMkLst>
        </pc:picChg>
        <pc:picChg chg="add mod">
          <ac:chgData name="Subas Bilal BU H-11 -SE DEPT" userId="341989ff-1431-4aa0-8763-7a8acd37f5ea" providerId="ADAL" clId="{FBA24C3D-446B-4567-B536-EB974B33E0C3}" dt="2025-01-24T05:58:17.622" v="731" actId="1076"/>
          <ac:picMkLst>
            <pc:docMk/>
            <pc:sldMk cId="4033786304" sldId="294"/>
            <ac:picMk id="4100" creationId="{F5AEB135-A31E-E570-723C-8ABED46F69FF}"/>
          </ac:picMkLst>
        </pc:picChg>
      </pc:sldChg>
      <pc:sldChg chg="modSp add del mod">
        <pc:chgData name="Subas Bilal BU H-11 -SE DEPT" userId="341989ff-1431-4aa0-8763-7a8acd37f5ea" providerId="ADAL" clId="{FBA24C3D-446B-4567-B536-EB974B33E0C3}" dt="2025-01-24T05:54:20.182" v="710" actId="1076"/>
        <pc:sldMkLst>
          <pc:docMk/>
          <pc:sldMk cId="314582866" sldId="295"/>
        </pc:sldMkLst>
        <pc:spChg chg="mod">
          <ac:chgData name="Subas Bilal BU H-11 -SE DEPT" userId="341989ff-1431-4aa0-8763-7a8acd37f5ea" providerId="ADAL" clId="{FBA24C3D-446B-4567-B536-EB974B33E0C3}" dt="2025-01-24T05:32:58.091" v="537" actId="20577"/>
          <ac:spMkLst>
            <pc:docMk/>
            <pc:sldMk cId="314582866" sldId="295"/>
            <ac:spMk id="2" creationId="{C717D303-91C1-1F53-89E5-A8FDCF8E201F}"/>
          </ac:spMkLst>
        </pc:spChg>
        <pc:spChg chg="mod">
          <ac:chgData name="Subas Bilal BU H-11 -SE DEPT" userId="341989ff-1431-4aa0-8763-7a8acd37f5ea" providerId="ADAL" clId="{FBA24C3D-446B-4567-B536-EB974B33E0C3}" dt="2025-01-24T05:40:50.172" v="612" actId="12"/>
          <ac:spMkLst>
            <pc:docMk/>
            <pc:sldMk cId="314582866" sldId="295"/>
            <ac:spMk id="3" creationId="{59354E41-ECBD-31B9-65B5-2B0B413907FE}"/>
          </ac:spMkLst>
        </pc:spChg>
        <pc:picChg chg="mod">
          <ac:chgData name="Subas Bilal BU H-11 -SE DEPT" userId="341989ff-1431-4aa0-8763-7a8acd37f5ea" providerId="ADAL" clId="{FBA24C3D-446B-4567-B536-EB974B33E0C3}" dt="2025-01-24T05:54:20.182" v="710" actId="1076"/>
          <ac:picMkLst>
            <pc:docMk/>
            <pc:sldMk cId="314582866" sldId="295"/>
            <ac:picMk id="2050" creationId="{7E9D6A6E-B58B-638A-4585-804FAD5D1B49}"/>
          </ac:picMkLst>
        </pc:picChg>
      </pc:sldChg>
      <pc:sldChg chg="addSp delSp modSp add mod">
        <pc:chgData name="Subas Bilal BU H-11 -SE DEPT" userId="341989ff-1431-4aa0-8763-7a8acd37f5ea" providerId="ADAL" clId="{FBA24C3D-446B-4567-B536-EB974B33E0C3}" dt="2025-01-24T06:12:03.540" v="863" actId="1036"/>
        <pc:sldMkLst>
          <pc:docMk/>
          <pc:sldMk cId="1960432037" sldId="296"/>
        </pc:sldMkLst>
        <pc:spChg chg="mod">
          <ac:chgData name="Subas Bilal BU H-11 -SE DEPT" userId="341989ff-1431-4aa0-8763-7a8acd37f5ea" providerId="ADAL" clId="{FBA24C3D-446B-4567-B536-EB974B33E0C3}" dt="2025-01-24T06:08:51.113" v="808" actId="20577"/>
          <ac:spMkLst>
            <pc:docMk/>
            <pc:sldMk cId="1960432037" sldId="296"/>
            <ac:spMk id="2" creationId="{7F428BCC-E44B-82AC-DF69-AE6DC47B39AB}"/>
          </ac:spMkLst>
        </pc:spChg>
        <pc:spChg chg="mod">
          <ac:chgData name="Subas Bilal BU H-11 -SE DEPT" userId="341989ff-1431-4aa0-8763-7a8acd37f5ea" providerId="ADAL" clId="{FBA24C3D-446B-4567-B536-EB974B33E0C3}" dt="2025-01-24T06:08:43.872" v="804" actId="20577"/>
          <ac:spMkLst>
            <pc:docMk/>
            <pc:sldMk cId="1960432037" sldId="296"/>
            <ac:spMk id="3" creationId="{B9120EC0-8E07-81C1-6967-88428C43219A}"/>
          </ac:spMkLst>
        </pc:spChg>
        <pc:picChg chg="del">
          <ac:chgData name="Subas Bilal BU H-11 -SE DEPT" userId="341989ff-1431-4aa0-8763-7a8acd37f5ea" providerId="ADAL" clId="{FBA24C3D-446B-4567-B536-EB974B33E0C3}" dt="2025-01-24T06:07:16.488" v="764" actId="478"/>
          <ac:picMkLst>
            <pc:docMk/>
            <pc:sldMk cId="1960432037" sldId="296"/>
            <ac:picMk id="4" creationId="{A074FA6D-6CAC-8F38-3645-5A8B1E5B5CC3}"/>
          </ac:picMkLst>
        </pc:picChg>
        <pc:picChg chg="del">
          <ac:chgData name="Subas Bilal BU H-11 -SE DEPT" userId="341989ff-1431-4aa0-8763-7a8acd37f5ea" providerId="ADAL" clId="{FBA24C3D-446B-4567-B536-EB974B33E0C3}" dt="2025-01-24T06:07:15.426" v="763" actId="478"/>
          <ac:picMkLst>
            <pc:docMk/>
            <pc:sldMk cId="1960432037" sldId="296"/>
            <ac:picMk id="5" creationId="{C5B80ADB-11C6-C502-D1F2-65B858FA7E2B}"/>
          </ac:picMkLst>
        </pc:picChg>
        <pc:picChg chg="del">
          <ac:chgData name="Subas Bilal BU H-11 -SE DEPT" userId="341989ff-1431-4aa0-8763-7a8acd37f5ea" providerId="ADAL" clId="{FBA24C3D-446B-4567-B536-EB974B33E0C3}" dt="2025-01-24T06:07:15.004" v="762" actId="478"/>
          <ac:picMkLst>
            <pc:docMk/>
            <pc:sldMk cId="1960432037" sldId="296"/>
            <ac:picMk id="6" creationId="{F1FDC95E-972C-6470-917D-F479C307DFF4}"/>
          </ac:picMkLst>
        </pc:picChg>
        <pc:picChg chg="add mod">
          <ac:chgData name="Subas Bilal BU H-11 -SE DEPT" userId="341989ff-1431-4aa0-8763-7a8acd37f5ea" providerId="ADAL" clId="{FBA24C3D-446B-4567-B536-EB974B33E0C3}" dt="2025-01-24T06:12:03.540" v="863" actId="1036"/>
          <ac:picMkLst>
            <pc:docMk/>
            <pc:sldMk cId="1960432037" sldId="296"/>
            <ac:picMk id="7170" creationId="{B119D06E-524F-2EEE-7961-1BD2F0E8205B}"/>
          </ac:picMkLst>
        </pc:picChg>
        <pc:picChg chg="add mod">
          <ac:chgData name="Subas Bilal BU H-11 -SE DEPT" userId="341989ff-1431-4aa0-8763-7a8acd37f5ea" providerId="ADAL" clId="{FBA24C3D-446B-4567-B536-EB974B33E0C3}" dt="2025-01-24T06:12:03.540" v="863" actId="1036"/>
          <ac:picMkLst>
            <pc:docMk/>
            <pc:sldMk cId="1960432037" sldId="296"/>
            <ac:picMk id="7172" creationId="{B8720E7F-1E65-CD41-EFC3-B54A71333E6F}"/>
          </ac:picMkLst>
        </pc:picChg>
      </pc:sldChg>
      <pc:sldChg chg="addSp delSp modSp add mod">
        <pc:chgData name="Subas Bilal BU H-11 -SE DEPT" userId="341989ff-1431-4aa0-8763-7a8acd37f5ea" providerId="ADAL" clId="{FBA24C3D-446B-4567-B536-EB974B33E0C3}" dt="2025-01-24T06:14:01.719" v="870" actId="1076"/>
        <pc:sldMkLst>
          <pc:docMk/>
          <pc:sldMk cId="2375105295" sldId="297"/>
        </pc:sldMkLst>
        <pc:spChg chg="mod">
          <ac:chgData name="Subas Bilal BU H-11 -SE DEPT" userId="341989ff-1431-4aa0-8763-7a8acd37f5ea" providerId="ADAL" clId="{FBA24C3D-446B-4567-B536-EB974B33E0C3}" dt="2025-01-24T06:06:39.546" v="759"/>
          <ac:spMkLst>
            <pc:docMk/>
            <pc:sldMk cId="2375105295" sldId="297"/>
            <ac:spMk id="2" creationId="{A7944BF4-AB3F-A694-889B-00A954076520}"/>
          </ac:spMkLst>
        </pc:spChg>
        <pc:spChg chg="mod">
          <ac:chgData name="Subas Bilal BU H-11 -SE DEPT" userId="341989ff-1431-4aa0-8763-7a8acd37f5ea" providerId="ADAL" clId="{FBA24C3D-446B-4567-B536-EB974B33E0C3}" dt="2025-01-24T06:10:50.506" v="847" actId="33524"/>
          <ac:spMkLst>
            <pc:docMk/>
            <pc:sldMk cId="2375105295" sldId="297"/>
            <ac:spMk id="3" creationId="{D075741C-BDAD-7C53-C4EE-F0FE5F48FB9F}"/>
          </ac:spMkLst>
        </pc:spChg>
        <pc:picChg chg="del">
          <ac:chgData name="Subas Bilal BU H-11 -SE DEPT" userId="341989ff-1431-4aa0-8763-7a8acd37f5ea" providerId="ADAL" clId="{FBA24C3D-446B-4567-B536-EB974B33E0C3}" dt="2025-01-24T06:08:58.903" v="811" actId="478"/>
          <ac:picMkLst>
            <pc:docMk/>
            <pc:sldMk cId="2375105295" sldId="297"/>
            <ac:picMk id="4" creationId="{15CBC75B-5378-3373-9443-B2AEA60AAA46}"/>
          </ac:picMkLst>
        </pc:picChg>
        <pc:picChg chg="del">
          <ac:chgData name="Subas Bilal BU H-11 -SE DEPT" userId="341989ff-1431-4aa0-8763-7a8acd37f5ea" providerId="ADAL" clId="{FBA24C3D-446B-4567-B536-EB974B33E0C3}" dt="2025-01-24T06:08:56.792" v="810" actId="478"/>
          <ac:picMkLst>
            <pc:docMk/>
            <pc:sldMk cId="2375105295" sldId="297"/>
            <ac:picMk id="5" creationId="{306288C0-DCC0-4546-1D87-2755766FE1AA}"/>
          </ac:picMkLst>
        </pc:picChg>
        <pc:picChg chg="del">
          <ac:chgData name="Subas Bilal BU H-11 -SE DEPT" userId="341989ff-1431-4aa0-8763-7a8acd37f5ea" providerId="ADAL" clId="{FBA24C3D-446B-4567-B536-EB974B33E0C3}" dt="2025-01-24T06:08:54.786" v="809" actId="478"/>
          <ac:picMkLst>
            <pc:docMk/>
            <pc:sldMk cId="2375105295" sldId="297"/>
            <ac:picMk id="6" creationId="{DC8CD4EF-52E3-B8E4-1B60-78894ECAB2C1}"/>
          </ac:picMkLst>
        </pc:picChg>
        <pc:picChg chg="add del mod">
          <ac:chgData name="Subas Bilal BU H-11 -SE DEPT" userId="341989ff-1431-4aa0-8763-7a8acd37f5ea" providerId="ADAL" clId="{FBA24C3D-446B-4567-B536-EB974B33E0C3}" dt="2025-01-24T06:14:01.719" v="870" actId="1076"/>
          <ac:picMkLst>
            <pc:docMk/>
            <pc:sldMk cId="2375105295" sldId="297"/>
            <ac:picMk id="8194" creationId="{E1E0EC6B-83E8-56B8-EA96-D81D2E5B605C}"/>
          </ac:picMkLst>
        </pc:picChg>
        <pc:picChg chg="add del mod">
          <ac:chgData name="Subas Bilal BU H-11 -SE DEPT" userId="341989ff-1431-4aa0-8763-7a8acd37f5ea" providerId="ADAL" clId="{FBA24C3D-446B-4567-B536-EB974B33E0C3}" dt="2025-01-24T06:13:58.645" v="869" actId="21"/>
          <ac:picMkLst>
            <pc:docMk/>
            <pc:sldMk cId="2375105295" sldId="297"/>
            <ac:picMk id="8196" creationId="{03FB69A0-E8C6-577E-9AEF-0CFE819FE22D}"/>
          </ac:picMkLst>
        </pc:picChg>
      </pc:sldChg>
      <pc:sldChg chg="addSp delSp modSp add mod">
        <pc:chgData name="Subas Bilal BU H-11 -SE DEPT" userId="341989ff-1431-4aa0-8763-7a8acd37f5ea" providerId="ADAL" clId="{FBA24C3D-446B-4567-B536-EB974B33E0C3}" dt="2025-01-24T06:17:35.403" v="920" actId="1076"/>
        <pc:sldMkLst>
          <pc:docMk/>
          <pc:sldMk cId="1336170631" sldId="298"/>
        </pc:sldMkLst>
        <pc:spChg chg="mod">
          <ac:chgData name="Subas Bilal BU H-11 -SE DEPT" userId="341989ff-1431-4aa0-8763-7a8acd37f5ea" providerId="ADAL" clId="{FBA24C3D-446B-4567-B536-EB974B33E0C3}" dt="2025-01-24T06:17:35.403" v="920" actId="1076"/>
          <ac:spMkLst>
            <pc:docMk/>
            <pc:sldMk cId="1336170631" sldId="298"/>
            <ac:spMk id="2" creationId="{2BF713FB-83EE-316F-F76A-17D7716958FF}"/>
          </ac:spMkLst>
        </pc:spChg>
        <pc:spChg chg="del mod">
          <ac:chgData name="Subas Bilal BU H-11 -SE DEPT" userId="341989ff-1431-4aa0-8763-7a8acd37f5ea" providerId="ADAL" clId="{FBA24C3D-446B-4567-B536-EB974B33E0C3}" dt="2025-01-24T06:16:37.109" v="875" actId="478"/>
          <ac:spMkLst>
            <pc:docMk/>
            <pc:sldMk cId="1336170631" sldId="298"/>
            <ac:spMk id="3" creationId="{D958551A-1BC4-0DE1-4190-CB1AC20791DD}"/>
          </ac:spMkLst>
        </pc:spChg>
        <pc:spChg chg="add del mod">
          <ac:chgData name="Subas Bilal BU H-11 -SE DEPT" userId="341989ff-1431-4aa0-8763-7a8acd37f5ea" providerId="ADAL" clId="{FBA24C3D-446B-4567-B536-EB974B33E0C3}" dt="2025-01-24T06:16:39.846" v="877" actId="478"/>
          <ac:spMkLst>
            <pc:docMk/>
            <pc:sldMk cId="1336170631" sldId="298"/>
            <ac:spMk id="5" creationId="{EADDDB59-AEB9-C29A-5A4F-9A58452B0FAC}"/>
          </ac:spMkLst>
        </pc:spChg>
        <pc:picChg chg="del">
          <ac:chgData name="Subas Bilal BU H-11 -SE DEPT" userId="341989ff-1431-4aa0-8763-7a8acd37f5ea" providerId="ADAL" clId="{FBA24C3D-446B-4567-B536-EB974B33E0C3}" dt="2025-01-24T06:16:38.048" v="876" actId="478"/>
          <ac:picMkLst>
            <pc:docMk/>
            <pc:sldMk cId="1336170631" sldId="298"/>
            <ac:picMk id="3074" creationId="{9BAEB05C-A2D8-3B2E-D2AF-C3B82E8F92C8}"/>
          </ac:picMkLst>
        </pc:picChg>
        <pc:picChg chg="del">
          <ac:chgData name="Subas Bilal BU H-11 -SE DEPT" userId="341989ff-1431-4aa0-8763-7a8acd37f5ea" providerId="ADAL" clId="{FBA24C3D-446B-4567-B536-EB974B33E0C3}" dt="2025-01-24T06:16:34.229" v="873" actId="478"/>
          <ac:picMkLst>
            <pc:docMk/>
            <pc:sldMk cId="1336170631" sldId="298"/>
            <ac:picMk id="3076" creationId="{0D6B996F-5756-31B1-AB97-D0EFC49DC987}"/>
          </ac:picMkLst>
        </pc:picChg>
      </pc:sldChg>
      <pc:sldChg chg="add">
        <pc:chgData name="Subas Bilal BU H-11 -SE DEPT" userId="341989ff-1431-4aa0-8763-7a8acd37f5ea" providerId="ADAL" clId="{FBA24C3D-446B-4567-B536-EB974B33E0C3}" dt="2025-01-24T06:19:16.488" v="924" actId="2890"/>
        <pc:sldMkLst>
          <pc:docMk/>
          <pc:sldMk cId="11283762" sldId="299"/>
        </pc:sldMkLst>
      </pc:sldChg>
      <pc:sldChg chg="addSp delSp modSp add mod modClrScheme chgLayout">
        <pc:chgData name="Subas Bilal BU H-11 -SE DEPT" userId="341989ff-1431-4aa0-8763-7a8acd37f5ea" providerId="ADAL" clId="{FBA24C3D-446B-4567-B536-EB974B33E0C3}" dt="2025-01-24T06:32:49.843" v="1159" actId="478"/>
        <pc:sldMkLst>
          <pc:docMk/>
          <pc:sldMk cId="3648203975" sldId="300"/>
        </pc:sldMkLst>
        <pc:spChg chg="mod ord">
          <ac:chgData name="Subas Bilal BU H-11 -SE DEPT" userId="341989ff-1431-4aa0-8763-7a8acd37f5ea" providerId="ADAL" clId="{FBA24C3D-446B-4567-B536-EB974B33E0C3}" dt="2025-01-24T06:31:40.019" v="1138" actId="700"/>
          <ac:spMkLst>
            <pc:docMk/>
            <pc:sldMk cId="3648203975" sldId="300"/>
            <ac:spMk id="2" creationId="{39105087-664A-EE0B-577E-80BB976D2055}"/>
          </ac:spMkLst>
        </pc:spChg>
        <pc:spChg chg="del">
          <ac:chgData name="Subas Bilal BU H-11 -SE DEPT" userId="341989ff-1431-4aa0-8763-7a8acd37f5ea" providerId="ADAL" clId="{FBA24C3D-446B-4567-B536-EB974B33E0C3}" dt="2025-01-24T06:31:36.001" v="1136" actId="478"/>
          <ac:spMkLst>
            <pc:docMk/>
            <pc:sldMk cId="3648203975" sldId="300"/>
            <ac:spMk id="3" creationId="{BE50507E-46CE-91D3-9C1F-34EF94DD4C72}"/>
          </ac:spMkLst>
        </pc:spChg>
        <pc:spChg chg="del">
          <ac:chgData name="Subas Bilal BU H-11 -SE DEPT" userId="341989ff-1431-4aa0-8763-7a8acd37f5ea" providerId="ADAL" clId="{FBA24C3D-446B-4567-B536-EB974B33E0C3}" dt="2025-01-24T06:31:38.081" v="1137" actId="478"/>
          <ac:spMkLst>
            <pc:docMk/>
            <pc:sldMk cId="3648203975" sldId="300"/>
            <ac:spMk id="4" creationId="{CFABFB70-7497-8518-33D0-2E4F56137454}"/>
          </ac:spMkLst>
        </pc:spChg>
        <pc:spChg chg="add del mod ord">
          <ac:chgData name="Subas Bilal BU H-11 -SE DEPT" userId="341989ff-1431-4aa0-8763-7a8acd37f5ea" providerId="ADAL" clId="{FBA24C3D-446B-4567-B536-EB974B33E0C3}" dt="2025-01-24T06:31:40.019" v="1138" actId="700"/>
          <ac:spMkLst>
            <pc:docMk/>
            <pc:sldMk cId="3648203975" sldId="300"/>
            <ac:spMk id="6" creationId="{D6019FF1-C501-D645-E65B-C27A3C84ED75}"/>
          </ac:spMkLst>
        </pc:spChg>
        <pc:spChg chg="add del mod">
          <ac:chgData name="Subas Bilal BU H-11 -SE DEPT" userId="341989ff-1431-4aa0-8763-7a8acd37f5ea" providerId="ADAL" clId="{FBA24C3D-446B-4567-B536-EB974B33E0C3}" dt="2025-01-24T06:31:40.019" v="1138" actId="700"/>
          <ac:spMkLst>
            <pc:docMk/>
            <pc:sldMk cId="3648203975" sldId="300"/>
            <ac:spMk id="8" creationId="{EF1580BB-5050-D883-5336-C3A9463A26A0}"/>
          </ac:spMkLst>
        </pc:spChg>
        <pc:spChg chg="add mod ord">
          <ac:chgData name="Subas Bilal BU H-11 -SE DEPT" userId="341989ff-1431-4aa0-8763-7a8acd37f5ea" providerId="ADAL" clId="{FBA24C3D-446B-4567-B536-EB974B33E0C3}" dt="2025-01-24T06:32:47.997" v="1158" actId="115"/>
          <ac:spMkLst>
            <pc:docMk/>
            <pc:sldMk cId="3648203975" sldId="300"/>
            <ac:spMk id="9" creationId="{6D2F6B75-765B-1CC7-EFE2-B83543DAACDB}"/>
          </ac:spMkLst>
        </pc:spChg>
        <pc:picChg chg="del">
          <ac:chgData name="Subas Bilal BU H-11 -SE DEPT" userId="341989ff-1431-4aa0-8763-7a8acd37f5ea" providerId="ADAL" clId="{FBA24C3D-446B-4567-B536-EB974B33E0C3}" dt="2025-01-24T06:32:49.843" v="1159" actId="478"/>
          <ac:picMkLst>
            <pc:docMk/>
            <pc:sldMk cId="3648203975" sldId="300"/>
            <ac:picMk id="2050" creationId="{EE630EE9-B66C-4978-1BE5-8270DA4D0B0E}"/>
          </ac:picMkLst>
        </pc:picChg>
      </pc:sldChg>
      <pc:sldChg chg="modSp add mod">
        <pc:chgData name="Subas Bilal BU H-11 -SE DEPT" userId="341989ff-1431-4aa0-8763-7a8acd37f5ea" providerId="ADAL" clId="{FBA24C3D-446B-4567-B536-EB974B33E0C3}" dt="2025-01-24T06:26:13.845" v="1071" actId="20577"/>
        <pc:sldMkLst>
          <pc:docMk/>
          <pc:sldMk cId="1275718849" sldId="301"/>
        </pc:sldMkLst>
        <pc:spChg chg="mod">
          <ac:chgData name="Subas Bilal BU H-11 -SE DEPT" userId="341989ff-1431-4aa0-8763-7a8acd37f5ea" providerId="ADAL" clId="{FBA24C3D-446B-4567-B536-EB974B33E0C3}" dt="2025-01-24T06:26:13.845" v="1071" actId="20577"/>
          <ac:spMkLst>
            <pc:docMk/>
            <pc:sldMk cId="1275718849" sldId="301"/>
            <ac:spMk id="9" creationId="{595447C9-4185-37D9-F5D0-00A09A07A606}"/>
          </ac:spMkLst>
        </pc:spChg>
      </pc:sldChg>
      <pc:sldChg chg="modSp add mod">
        <pc:chgData name="Subas Bilal BU H-11 -SE DEPT" userId="341989ff-1431-4aa0-8763-7a8acd37f5ea" providerId="ADAL" clId="{FBA24C3D-446B-4567-B536-EB974B33E0C3}" dt="2025-01-24T06:30:00.274" v="1121" actId="20577"/>
        <pc:sldMkLst>
          <pc:docMk/>
          <pc:sldMk cId="500343691" sldId="302"/>
        </pc:sldMkLst>
        <pc:spChg chg="mod">
          <ac:chgData name="Subas Bilal BU H-11 -SE DEPT" userId="341989ff-1431-4aa0-8763-7a8acd37f5ea" providerId="ADAL" clId="{FBA24C3D-446B-4567-B536-EB974B33E0C3}" dt="2025-01-24T06:30:00.274" v="1121" actId="20577"/>
          <ac:spMkLst>
            <pc:docMk/>
            <pc:sldMk cId="500343691" sldId="302"/>
            <ac:spMk id="9" creationId="{CBC767CC-2039-AFDE-8753-AB3A1268CF9C}"/>
          </ac:spMkLst>
        </pc:spChg>
      </pc:sldChg>
      <pc:sldChg chg="modSp add mod">
        <pc:chgData name="Subas Bilal BU H-11 -SE DEPT" userId="341989ff-1431-4aa0-8763-7a8acd37f5ea" providerId="ADAL" clId="{FBA24C3D-446B-4567-B536-EB974B33E0C3}" dt="2025-01-24T06:29:28.507" v="1115" actId="20577"/>
        <pc:sldMkLst>
          <pc:docMk/>
          <pc:sldMk cId="727041337" sldId="303"/>
        </pc:sldMkLst>
        <pc:spChg chg="mod">
          <ac:chgData name="Subas Bilal BU H-11 -SE DEPT" userId="341989ff-1431-4aa0-8763-7a8acd37f5ea" providerId="ADAL" clId="{FBA24C3D-446B-4567-B536-EB974B33E0C3}" dt="2025-01-24T06:29:28.507" v="1115" actId="20577"/>
          <ac:spMkLst>
            <pc:docMk/>
            <pc:sldMk cId="727041337" sldId="303"/>
            <ac:spMk id="9" creationId="{C8023041-1BC7-FAFE-68BB-35A36A8C5A2B}"/>
          </ac:spMkLst>
        </pc:spChg>
      </pc:sldChg>
      <pc:sldChg chg="modSp add mod">
        <pc:chgData name="Subas Bilal BU H-11 -SE DEPT" userId="341989ff-1431-4aa0-8763-7a8acd37f5ea" providerId="ADAL" clId="{FBA24C3D-446B-4567-B536-EB974B33E0C3}" dt="2025-01-24T06:31:10.655" v="1135" actId="115"/>
        <pc:sldMkLst>
          <pc:docMk/>
          <pc:sldMk cId="15521173" sldId="304"/>
        </pc:sldMkLst>
        <pc:spChg chg="mod">
          <ac:chgData name="Subas Bilal BU H-11 -SE DEPT" userId="341989ff-1431-4aa0-8763-7a8acd37f5ea" providerId="ADAL" clId="{FBA24C3D-446B-4567-B536-EB974B33E0C3}" dt="2025-01-24T06:31:10.655" v="1135" actId="115"/>
          <ac:spMkLst>
            <pc:docMk/>
            <pc:sldMk cId="15521173" sldId="304"/>
            <ac:spMk id="9" creationId="{37F7E6B2-BC76-C7A9-0E37-F6570A317F33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E05460-FC33-4B9A-9DC0-60795873B26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623129-E0E2-4534-9169-FEA63E6A2A76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Web</a:t>
          </a:r>
        </a:p>
      </dgm:t>
    </dgm:pt>
    <dgm:pt modelId="{611D05BF-7B22-4D45-B685-BB160C66588E}" type="parTrans" cxnId="{A3D67566-0674-4885-AF5A-3E9861C13F38}">
      <dgm:prSet/>
      <dgm:spPr/>
      <dgm:t>
        <a:bodyPr/>
        <a:lstStyle/>
        <a:p>
          <a:endParaRPr lang="en-US"/>
        </a:p>
      </dgm:t>
    </dgm:pt>
    <dgm:pt modelId="{3A7BA777-BD67-491A-8FF5-94CB4FDAEFD0}" type="sibTrans" cxnId="{A3D67566-0674-4885-AF5A-3E9861C13F38}">
      <dgm:prSet/>
      <dgm:spPr/>
      <dgm:t>
        <a:bodyPr/>
        <a:lstStyle/>
        <a:p>
          <a:endParaRPr lang="en-US"/>
        </a:p>
      </dgm:t>
    </dgm:pt>
    <dgm:pt modelId="{0C388D1D-38A1-40E0-948D-969505DC2CA0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the Shallow Web (Static Web)  </a:t>
          </a:r>
        </a:p>
      </dgm:t>
    </dgm:pt>
    <dgm:pt modelId="{7FDFAFAC-9F0E-45E9-9E42-2A14EFBB7B61}" type="parTrans" cxnId="{A8C294AE-5EC8-4B76-BC9C-BA66D06ED7FC}">
      <dgm:prSet/>
      <dgm:spPr/>
      <dgm:t>
        <a:bodyPr/>
        <a:lstStyle/>
        <a:p>
          <a:endParaRPr lang="en-US"/>
        </a:p>
      </dgm:t>
    </dgm:pt>
    <dgm:pt modelId="{44151E85-BB9F-4BF0-8CE4-2B8D52D28057}" type="sibTrans" cxnId="{A8C294AE-5EC8-4B76-BC9C-BA66D06ED7FC}">
      <dgm:prSet/>
      <dgm:spPr/>
      <dgm:t>
        <a:bodyPr/>
        <a:lstStyle/>
        <a:p>
          <a:endParaRPr lang="en-US" dirty="0"/>
        </a:p>
      </dgm:t>
    </dgm:pt>
    <dgm:pt modelId="{0C1D5F23-FD89-4729-8338-C4DAAF87903E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 Dynamic Web</a:t>
          </a:r>
        </a:p>
      </dgm:t>
    </dgm:pt>
    <dgm:pt modelId="{88C186D0-5AF4-44D8-8FF1-D5856B30176A}" type="parTrans" cxnId="{0D3CBEE6-7BDC-4575-8579-BFDBE8A59BF0}">
      <dgm:prSet/>
      <dgm:spPr/>
      <dgm:t>
        <a:bodyPr/>
        <a:lstStyle/>
        <a:p>
          <a:endParaRPr lang="en-US"/>
        </a:p>
      </dgm:t>
    </dgm:pt>
    <dgm:pt modelId="{85EF9E52-7ABD-49DF-ACFF-254131F3EB82}" type="sibTrans" cxnId="{0D3CBEE6-7BDC-4575-8579-BFDBE8A59BF0}">
      <dgm:prSet/>
      <dgm:spPr/>
      <dgm:t>
        <a:bodyPr/>
        <a:lstStyle/>
        <a:p>
          <a:endParaRPr lang="en-US"/>
        </a:p>
      </dgm:t>
    </dgm:pt>
    <dgm:pt modelId="{9BC402E2-79B0-40B3-906C-CA620370ECCC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the Wisdom Web</a:t>
          </a:r>
        </a:p>
      </dgm:t>
    </dgm:pt>
    <dgm:pt modelId="{B93AF808-4040-4D80-9832-7B0F81A98413}" type="parTrans" cxnId="{1B5BDA0F-2F35-4858-9F2A-1C14CD6B39C7}">
      <dgm:prSet/>
      <dgm:spPr/>
      <dgm:t>
        <a:bodyPr/>
        <a:lstStyle/>
        <a:p>
          <a:endParaRPr lang="en-US"/>
        </a:p>
      </dgm:t>
    </dgm:pt>
    <dgm:pt modelId="{88207FCE-9C58-49B8-A8E0-7A970B9F42D6}" type="sibTrans" cxnId="{1B5BDA0F-2F35-4858-9F2A-1C14CD6B39C7}">
      <dgm:prSet/>
      <dgm:spPr/>
      <dgm:t>
        <a:bodyPr/>
        <a:lstStyle/>
        <a:p>
          <a:endParaRPr lang="en-US"/>
        </a:p>
      </dgm:t>
    </dgm:pt>
    <dgm:pt modelId="{B28EBA94-F385-42AC-9429-FB206F6D4B31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the Mobile Web</a:t>
          </a:r>
        </a:p>
      </dgm:t>
    </dgm:pt>
    <dgm:pt modelId="{62AE9686-5709-4551-9967-6DC7F24E2D0B}" type="parTrans" cxnId="{FD5A530E-D1D5-4274-8BCE-79264A3C6615}">
      <dgm:prSet/>
      <dgm:spPr/>
      <dgm:t>
        <a:bodyPr/>
        <a:lstStyle/>
        <a:p>
          <a:endParaRPr lang="en-US"/>
        </a:p>
      </dgm:t>
    </dgm:pt>
    <dgm:pt modelId="{908776FC-E5D9-4AC0-A7A9-C698F7F5FDAF}" type="sibTrans" cxnId="{FD5A530E-D1D5-4274-8BCE-79264A3C6615}">
      <dgm:prSet/>
      <dgm:spPr/>
      <dgm:t>
        <a:bodyPr/>
        <a:lstStyle/>
        <a:p>
          <a:endParaRPr lang="en-US"/>
        </a:p>
      </dgm:t>
    </dgm:pt>
    <dgm:pt modelId="{86DFBC82-9DE3-4C20-9F9C-50A8461EAC5E}">
      <dgm:prSet phldrT="[Text]"/>
      <dgm:spPr>
        <a:solidFill>
          <a:srgbClr val="002060"/>
        </a:solidFill>
      </dgm:spPr>
      <dgm:t>
        <a:bodyPr/>
        <a:lstStyle/>
        <a:p>
          <a:r>
            <a:rPr lang="en-US" dirty="0"/>
            <a:t>the Semantic Web</a:t>
          </a:r>
        </a:p>
      </dgm:t>
    </dgm:pt>
    <dgm:pt modelId="{A51ECA87-56F9-40F2-AC9E-C564FDC17C8B}" type="parTrans" cxnId="{1612AACC-91DE-48BB-88BB-4B25109A7C8D}">
      <dgm:prSet/>
      <dgm:spPr/>
      <dgm:t>
        <a:bodyPr/>
        <a:lstStyle/>
        <a:p>
          <a:endParaRPr lang="en-US"/>
        </a:p>
      </dgm:t>
    </dgm:pt>
    <dgm:pt modelId="{08FE093B-18C3-49E8-B427-5A1FE5BAD534}" type="sibTrans" cxnId="{1612AACC-91DE-48BB-88BB-4B25109A7C8D}">
      <dgm:prSet/>
      <dgm:spPr/>
      <dgm:t>
        <a:bodyPr/>
        <a:lstStyle/>
        <a:p>
          <a:endParaRPr lang="en-US"/>
        </a:p>
      </dgm:t>
    </dgm:pt>
    <dgm:pt modelId="{C7FF5C21-6D64-4047-B66B-3E32120F1B6C}">
      <dgm:prSet/>
      <dgm:spPr/>
      <dgm:t>
        <a:bodyPr/>
        <a:lstStyle/>
        <a:p>
          <a:r>
            <a:rPr lang="en-US" dirty="0"/>
            <a:t>Web 1.0</a:t>
          </a:r>
        </a:p>
      </dgm:t>
    </dgm:pt>
    <dgm:pt modelId="{3694CF82-9EEA-4D61-A412-07F9DD8C7902}" type="parTrans" cxnId="{A4B44852-090C-4B94-858A-C01BCBA502FD}">
      <dgm:prSet/>
      <dgm:spPr/>
      <dgm:t>
        <a:bodyPr/>
        <a:lstStyle/>
        <a:p>
          <a:endParaRPr lang="en-US"/>
        </a:p>
      </dgm:t>
    </dgm:pt>
    <dgm:pt modelId="{FF6EC52D-2C3E-4497-821B-92EACC80DEAC}" type="sibTrans" cxnId="{A4B44852-090C-4B94-858A-C01BCBA502FD}">
      <dgm:prSet/>
      <dgm:spPr/>
      <dgm:t>
        <a:bodyPr/>
        <a:lstStyle/>
        <a:p>
          <a:endParaRPr lang="en-US"/>
        </a:p>
      </dgm:t>
    </dgm:pt>
    <dgm:pt modelId="{BA8632B8-6C2E-4349-88D7-9C08F8E40B82}">
      <dgm:prSet/>
      <dgm:spPr/>
      <dgm:t>
        <a:bodyPr/>
        <a:lstStyle/>
        <a:p>
          <a:r>
            <a:rPr lang="en-US" dirty="0"/>
            <a:t>Web 2.0</a:t>
          </a:r>
        </a:p>
      </dgm:t>
    </dgm:pt>
    <dgm:pt modelId="{6ED90989-11DE-43C1-9E6B-DE44CA33E295}" type="parTrans" cxnId="{D39C39A7-6B53-41F9-A7F4-0CD243608C94}">
      <dgm:prSet/>
      <dgm:spPr/>
      <dgm:t>
        <a:bodyPr/>
        <a:lstStyle/>
        <a:p>
          <a:endParaRPr lang="en-US"/>
        </a:p>
      </dgm:t>
    </dgm:pt>
    <dgm:pt modelId="{F6673AB3-316C-4CE3-B583-F4EFFD9C992F}" type="sibTrans" cxnId="{D39C39A7-6B53-41F9-A7F4-0CD243608C94}">
      <dgm:prSet/>
      <dgm:spPr/>
      <dgm:t>
        <a:bodyPr/>
        <a:lstStyle/>
        <a:p>
          <a:endParaRPr lang="en-US"/>
        </a:p>
      </dgm:t>
    </dgm:pt>
    <dgm:pt modelId="{EE140F2C-BC72-4722-A6CA-424344F28266}" type="pres">
      <dgm:prSet presAssocID="{79E05460-FC33-4B9A-9DC0-60795873B26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A7D6F02-2199-4CDF-9FC7-BEB6E51646CE}" type="pres">
      <dgm:prSet presAssocID="{89623129-E0E2-4534-9169-FEA63E6A2A76}" presName="hierRoot1" presStyleCnt="0">
        <dgm:presLayoutVars>
          <dgm:hierBranch val="init"/>
        </dgm:presLayoutVars>
      </dgm:prSet>
      <dgm:spPr/>
    </dgm:pt>
    <dgm:pt modelId="{F6BB1552-C5EC-4EBD-B0CE-4F815016072E}" type="pres">
      <dgm:prSet presAssocID="{89623129-E0E2-4534-9169-FEA63E6A2A76}" presName="rootComposite1" presStyleCnt="0"/>
      <dgm:spPr/>
    </dgm:pt>
    <dgm:pt modelId="{D28BBB0C-7276-40E1-A1F4-2E3F5348D40D}" type="pres">
      <dgm:prSet presAssocID="{89623129-E0E2-4534-9169-FEA63E6A2A76}" presName="rootText1" presStyleLbl="node0" presStyleIdx="0" presStyleCnt="1">
        <dgm:presLayoutVars>
          <dgm:chPref val="3"/>
        </dgm:presLayoutVars>
      </dgm:prSet>
      <dgm:spPr/>
    </dgm:pt>
    <dgm:pt modelId="{BD99E497-9841-45FE-A764-A072A3DCB3AC}" type="pres">
      <dgm:prSet presAssocID="{89623129-E0E2-4534-9169-FEA63E6A2A76}" presName="rootConnector1" presStyleLbl="node1" presStyleIdx="0" presStyleCnt="0"/>
      <dgm:spPr/>
    </dgm:pt>
    <dgm:pt modelId="{01D50C5E-E408-4FF9-BAAF-964F99576DBF}" type="pres">
      <dgm:prSet presAssocID="{89623129-E0E2-4534-9169-FEA63E6A2A76}" presName="hierChild2" presStyleCnt="0"/>
      <dgm:spPr/>
    </dgm:pt>
    <dgm:pt modelId="{C4545A1C-D082-474C-9665-CBC2B6427A90}" type="pres">
      <dgm:prSet presAssocID="{7FDFAFAC-9F0E-45E9-9E42-2A14EFBB7B61}" presName="Name37" presStyleLbl="parChTrans1D2" presStyleIdx="0" presStyleCnt="5"/>
      <dgm:spPr/>
    </dgm:pt>
    <dgm:pt modelId="{ED31387F-5F61-424F-8F84-6CCAE57696D2}" type="pres">
      <dgm:prSet presAssocID="{0C388D1D-38A1-40E0-948D-969505DC2CA0}" presName="hierRoot2" presStyleCnt="0">
        <dgm:presLayoutVars>
          <dgm:hierBranch val="init"/>
        </dgm:presLayoutVars>
      </dgm:prSet>
      <dgm:spPr/>
    </dgm:pt>
    <dgm:pt modelId="{A3D035FC-703C-4C18-A33C-DB10D7718C52}" type="pres">
      <dgm:prSet presAssocID="{0C388D1D-38A1-40E0-948D-969505DC2CA0}" presName="rootComposite" presStyleCnt="0"/>
      <dgm:spPr/>
    </dgm:pt>
    <dgm:pt modelId="{D5FAD5FB-F562-4905-ABCD-A7BCCC22A263}" type="pres">
      <dgm:prSet presAssocID="{0C388D1D-38A1-40E0-948D-969505DC2CA0}" presName="rootText" presStyleLbl="node2" presStyleIdx="0" presStyleCnt="5" custScaleX="117723">
        <dgm:presLayoutVars>
          <dgm:chPref val="3"/>
        </dgm:presLayoutVars>
      </dgm:prSet>
      <dgm:spPr/>
    </dgm:pt>
    <dgm:pt modelId="{2D48D944-3E9B-454B-ACE1-71FADA9980F3}" type="pres">
      <dgm:prSet presAssocID="{0C388D1D-38A1-40E0-948D-969505DC2CA0}" presName="rootConnector" presStyleLbl="node2" presStyleIdx="0" presStyleCnt="5"/>
      <dgm:spPr/>
    </dgm:pt>
    <dgm:pt modelId="{7F137CEB-E3B5-4DCC-81A5-C3D4BA25B3B1}" type="pres">
      <dgm:prSet presAssocID="{0C388D1D-38A1-40E0-948D-969505DC2CA0}" presName="hierChild4" presStyleCnt="0"/>
      <dgm:spPr/>
    </dgm:pt>
    <dgm:pt modelId="{2213C324-153E-4BEB-9A81-600FFD8664AF}" type="pres">
      <dgm:prSet presAssocID="{3694CF82-9EEA-4D61-A412-07F9DD8C7902}" presName="Name37" presStyleLbl="parChTrans1D3" presStyleIdx="0" presStyleCnt="2"/>
      <dgm:spPr/>
    </dgm:pt>
    <dgm:pt modelId="{38D0A527-7FC8-43C4-8ADD-04A4F2E6F3E6}" type="pres">
      <dgm:prSet presAssocID="{C7FF5C21-6D64-4047-B66B-3E32120F1B6C}" presName="hierRoot2" presStyleCnt="0">
        <dgm:presLayoutVars>
          <dgm:hierBranch val="init"/>
        </dgm:presLayoutVars>
      </dgm:prSet>
      <dgm:spPr/>
    </dgm:pt>
    <dgm:pt modelId="{A902436B-1C71-4A49-BDE2-0104A55926EF}" type="pres">
      <dgm:prSet presAssocID="{C7FF5C21-6D64-4047-B66B-3E32120F1B6C}" presName="rootComposite" presStyleCnt="0"/>
      <dgm:spPr/>
    </dgm:pt>
    <dgm:pt modelId="{942452D4-C6B6-4F61-B19E-66A75F18EF8F}" type="pres">
      <dgm:prSet presAssocID="{C7FF5C21-6D64-4047-B66B-3E32120F1B6C}" presName="rootText" presStyleLbl="node3" presStyleIdx="0" presStyleCnt="2" custLinFactNeighborX="17566" custLinFactNeighborY="62841">
        <dgm:presLayoutVars>
          <dgm:chPref val="3"/>
        </dgm:presLayoutVars>
      </dgm:prSet>
      <dgm:spPr/>
    </dgm:pt>
    <dgm:pt modelId="{4897973C-035B-4196-AD4E-0548D47296B2}" type="pres">
      <dgm:prSet presAssocID="{C7FF5C21-6D64-4047-B66B-3E32120F1B6C}" presName="rootConnector" presStyleLbl="node3" presStyleIdx="0" presStyleCnt="2"/>
      <dgm:spPr/>
    </dgm:pt>
    <dgm:pt modelId="{BD5688AF-6EC5-4C52-9DAB-43F16363FBDB}" type="pres">
      <dgm:prSet presAssocID="{C7FF5C21-6D64-4047-B66B-3E32120F1B6C}" presName="hierChild4" presStyleCnt="0"/>
      <dgm:spPr/>
    </dgm:pt>
    <dgm:pt modelId="{68E49D1F-C072-4991-8922-D9343FA35DC8}" type="pres">
      <dgm:prSet presAssocID="{C7FF5C21-6D64-4047-B66B-3E32120F1B6C}" presName="hierChild5" presStyleCnt="0"/>
      <dgm:spPr/>
    </dgm:pt>
    <dgm:pt modelId="{CF02993D-8B8A-4B7D-8545-EAF091E06E28}" type="pres">
      <dgm:prSet presAssocID="{0C388D1D-38A1-40E0-948D-969505DC2CA0}" presName="hierChild5" presStyleCnt="0"/>
      <dgm:spPr/>
    </dgm:pt>
    <dgm:pt modelId="{BC06D447-4C66-4996-AF41-691DF7269F9C}" type="pres">
      <dgm:prSet presAssocID="{88C186D0-5AF4-44D8-8FF1-D5856B30176A}" presName="Name37" presStyleLbl="parChTrans1D2" presStyleIdx="1" presStyleCnt="5"/>
      <dgm:spPr/>
    </dgm:pt>
    <dgm:pt modelId="{C706435D-2CE5-4198-9C87-29E389A62627}" type="pres">
      <dgm:prSet presAssocID="{0C1D5F23-FD89-4729-8338-C4DAAF87903E}" presName="hierRoot2" presStyleCnt="0">
        <dgm:presLayoutVars>
          <dgm:hierBranch val="init"/>
        </dgm:presLayoutVars>
      </dgm:prSet>
      <dgm:spPr/>
    </dgm:pt>
    <dgm:pt modelId="{79E8999F-4001-49CF-A20E-66C32B5525B8}" type="pres">
      <dgm:prSet presAssocID="{0C1D5F23-FD89-4729-8338-C4DAAF87903E}" presName="rootComposite" presStyleCnt="0"/>
      <dgm:spPr/>
    </dgm:pt>
    <dgm:pt modelId="{2A6F5810-559E-4E70-8921-66A229735C5E}" type="pres">
      <dgm:prSet presAssocID="{0C1D5F23-FD89-4729-8338-C4DAAF87903E}" presName="rootText" presStyleLbl="node2" presStyleIdx="1" presStyleCnt="5">
        <dgm:presLayoutVars>
          <dgm:chPref val="3"/>
        </dgm:presLayoutVars>
      </dgm:prSet>
      <dgm:spPr/>
    </dgm:pt>
    <dgm:pt modelId="{3BF62717-ACC2-4699-8F62-8ACD2CC934BC}" type="pres">
      <dgm:prSet presAssocID="{0C1D5F23-FD89-4729-8338-C4DAAF87903E}" presName="rootConnector" presStyleLbl="node2" presStyleIdx="1" presStyleCnt="5"/>
      <dgm:spPr/>
    </dgm:pt>
    <dgm:pt modelId="{1D201EFA-BAD4-470E-A5F1-8CA4EE95DFD9}" type="pres">
      <dgm:prSet presAssocID="{0C1D5F23-FD89-4729-8338-C4DAAF87903E}" presName="hierChild4" presStyleCnt="0"/>
      <dgm:spPr/>
    </dgm:pt>
    <dgm:pt modelId="{398A9040-AEFA-4EC9-A1CC-EA6129F7C947}" type="pres">
      <dgm:prSet presAssocID="{0C1D5F23-FD89-4729-8338-C4DAAF87903E}" presName="hierChild5" presStyleCnt="0"/>
      <dgm:spPr/>
    </dgm:pt>
    <dgm:pt modelId="{3E7ACFA6-875F-4995-B4DE-10A6A94A6F08}" type="pres">
      <dgm:prSet presAssocID="{B93AF808-4040-4D80-9832-7B0F81A98413}" presName="Name37" presStyleLbl="parChTrans1D2" presStyleIdx="2" presStyleCnt="5"/>
      <dgm:spPr/>
    </dgm:pt>
    <dgm:pt modelId="{61732696-2A77-4694-AB3C-1D7A7A65F6A6}" type="pres">
      <dgm:prSet presAssocID="{9BC402E2-79B0-40B3-906C-CA620370ECCC}" presName="hierRoot2" presStyleCnt="0">
        <dgm:presLayoutVars>
          <dgm:hierBranch val="init"/>
        </dgm:presLayoutVars>
      </dgm:prSet>
      <dgm:spPr/>
    </dgm:pt>
    <dgm:pt modelId="{809036B8-7C2A-433E-A7FC-2968EC979043}" type="pres">
      <dgm:prSet presAssocID="{9BC402E2-79B0-40B3-906C-CA620370ECCC}" presName="rootComposite" presStyleCnt="0"/>
      <dgm:spPr/>
    </dgm:pt>
    <dgm:pt modelId="{B1ECE988-D37A-4146-A6E5-226A2FDC932C}" type="pres">
      <dgm:prSet presAssocID="{9BC402E2-79B0-40B3-906C-CA620370ECCC}" presName="rootText" presStyleLbl="node2" presStyleIdx="2" presStyleCnt="5">
        <dgm:presLayoutVars>
          <dgm:chPref val="3"/>
        </dgm:presLayoutVars>
      </dgm:prSet>
      <dgm:spPr/>
    </dgm:pt>
    <dgm:pt modelId="{FFF0E8E0-A1DC-4FB8-8192-4D30D292035F}" type="pres">
      <dgm:prSet presAssocID="{9BC402E2-79B0-40B3-906C-CA620370ECCC}" presName="rootConnector" presStyleLbl="node2" presStyleIdx="2" presStyleCnt="5"/>
      <dgm:spPr/>
    </dgm:pt>
    <dgm:pt modelId="{CE7137CD-A00D-472A-870A-A258DC5C479A}" type="pres">
      <dgm:prSet presAssocID="{9BC402E2-79B0-40B3-906C-CA620370ECCC}" presName="hierChild4" presStyleCnt="0"/>
      <dgm:spPr/>
    </dgm:pt>
    <dgm:pt modelId="{3C1FB4C0-4F3E-40C6-97AA-E74B65298CB5}" type="pres">
      <dgm:prSet presAssocID="{6ED90989-11DE-43C1-9E6B-DE44CA33E295}" presName="Name37" presStyleLbl="parChTrans1D3" presStyleIdx="1" presStyleCnt="2"/>
      <dgm:spPr/>
    </dgm:pt>
    <dgm:pt modelId="{6A7AECBC-C4A2-4987-BEA5-219DA44CAF09}" type="pres">
      <dgm:prSet presAssocID="{BA8632B8-6C2E-4349-88D7-9C08F8E40B82}" presName="hierRoot2" presStyleCnt="0">
        <dgm:presLayoutVars>
          <dgm:hierBranch val="init"/>
        </dgm:presLayoutVars>
      </dgm:prSet>
      <dgm:spPr/>
    </dgm:pt>
    <dgm:pt modelId="{487ACF48-7444-4D39-9D43-EF40E77C21EE}" type="pres">
      <dgm:prSet presAssocID="{BA8632B8-6C2E-4349-88D7-9C08F8E40B82}" presName="rootComposite" presStyleCnt="0"/>
      <dgm:spPr/>
    </dgm:pt>
    <dgm:pt modelId="{C372756F-6BD5-43AB-B268-AD5238758E4F}" type="pres">
      <dgm:prSet presAssocID="{BA8632B8-6C2E-4349-88D7-9C08F8E40B82}" presName="rootText" presStyleLbl="node3" presStyleIdx="1" presStyleCnt="2" custLinFactNeighborY="65564">
        <dgm:presLayoutVars>
          <dgm:chPref val="3"/>
        </dgm:presLayoutVars>
      </dgm:prSet>
      <dgm:spPr/>
    </dgm:pt>
    <dgm:pt modelId="{4C01379F-B500-4893-AB56-BA67C9F34A80}" type="pres">
      <dgm:prSet presAssocID="{BA8632B8-6C2E-4349-88D7-9C08F8E40B82}" presName="rootConnector" presStyleLbl="node3" presStyleIdx="1" presStyleCnt="2"/>
      <dgm:spPr/>
    </dgm:pt>
    <dgm:pt modelId="{4B8AA775-A1E8-4445-9F81-43A294BA531A}" type="pres">
      <dgm:prSet presAssocID="{BA8632B8-6C2E-4349-88D7-9C08F8E40B82}" presName="hierChild4" presStyleCnt="0"/>
      <dgm:spPr/>
    </dgm:pt>
    <dgm:pt modelId="{99027239-BD23-4958-844F-FE658ACF4EA4}" type="pres">
      <dgm:prSet presAssocID="{BA8632B8-6C2E-4349-88D7-9C08F8E40B82}" presName="hierChild5" presStyleCnt="0"/>
      <dgm:spPr/>
    </dgm:pt>
    <dgm:pt modelId="{CA60FCE0-01E1-424A-8E0A-0D7968743E2B}" type="pres">
      <dgm:prSet presAssocID="{9BC402E2-79B0-40B3-906C-CA620370ECCC}" presName="hierChild5" presStyleCnt="0"/>
      <dgm:spPr/>
    </dgm:pt>
    <dgm:pt modelId="{ADBF0E8C-5AE1-43F8-AA5D-F17FC8E00382}" type="pres">
      <dgm:prSet presAssocID="{62AE9686-5709-4551-9967-6DC7F24E2D0B}" presName="Name37" presStyleLbl="parChTrans1D2" presStyleIdx="3" presStyleCnt="5"/>
      <dgm:spPr/>
    </dgm:pt>
    <dgm:pt modelId="{88D64A8C-4436-4119-8A07-A8B1BE51C4EA}" type="pres">
      <dgm:prSet presAssocID="{B28EBA94-F385-42AC-9429-FB206F6D4B31}" presName="hierRoot2" presStyleCnt="0">
        <dgm:presLayoutVars>
          <dgm:hierBranch val="init"/>
        </dgm:presLayoutVars>
      </dgm:prSet>
      <dgm:spPr/>
    </dgm:pt>
    <dgm:pt modelId="{9AAC9980-7A73-4848-B5C1-8867660959C5}" type="pres">
      <dgm:prSet presAssocID="{B28EBA94-F385-42AC-9429-FB206F6D4B31}" presName="rootComposite" presStyleCnt="0"/>
      <dgm:spPr/>
    </dgm:pt>
    <dgm:pt modelId="{CDC24ECE-B48D-4D82-9434-2A725B46AD62}" type="pres">
      <dgm:prSet presAssocID="{B28EBA94-F385-42AC-9429-FB206F6D4B31}" presName="rootText" presStyleLbl="node2" presStyleIdx="3" presStyleCnt="5">
        <dgm:presLayoutVars>
          <dgm:chPref val="3"/>
        </dgm:presLayoutVars>
      </dgm:prSet>
      <dgm:spPr/>
    </dgm:pt>
    <dgm:pt modelId="{FD3B23EB-6B2F-4958-A86B-001D448A0546}" type="pres">
      <dgm:prSet presAssocID="{B28EBA94-F385-42AC-9429-FB206F6D4B31}" presName="rootConnector" presStyleLbl="node2" presStyleIdx="3" presStyleCnt="5"/>
      <dgm:spPr/>
    </dgm:pt>
    <dgm:pt modelId="{B5468E85-5625-4567-9AB0-E9B7AEDF08B6}" type="pres">
      <dgm:prSet presAssocID="{B28EBA94-F385-42AC-9429-FB206F6D4B31}" presName="hierChild4" presStyleCnt="0"/>
      <dgm:spPr/>
    </dgm:pt>
    <dgm:pt modelId="{8A5EBFA5-E482-42A8-A7E6-4458D4DD2EA9}" type="pres">
      <dgm:prSet presAssocID="{B28EBA94-F385-42AC-9429-FB206F6D4B31}" presName="hierChild5" presStyleCnt="0"/>
      <dgm:spPr/>
    </dgm:pt>
    <dgm:pt modelId="{499A30C4-9DAE-4921-8BF2-5EC9CE818E46}" type="pres">
      <dgm:prSet presAssocID="{A51ECA87-56F9-40F2-AC9E-C564FDC17C8B}" presName="Name37" presStyleLbl="parChTrans1D2" presStyleIdx="4" presStyleCnt="5"/>
      <dgm:spPr/>
    </dgm:pt>
    <dgm:pt modelId="{09F3BEFF-AB5B-46FA-8A41-63B4C338CCA2}" type="pres">
      <dgm:prSet presAssocID="{86DFBC82-9DE3-4C20-9F9C-50A8461EAC5E}" presName="hierRoot2" presStyleCnt="0">
        <dgm:presLayoutVars>
          <dgm:hierBranch val="init"/>
        </dgm:presLayoutVars>
      </dgm:prSet>
      <dgm:spPr/>
    </dgm:pt>
    <dgm:pt modelId="{019420F5-12B4-46E9-BFC1-6A50DBA43EAA}" type="pres">
      <dgm:prSet presAssocID="{86DFBC82-9DE3-4C20-9F9C-50A8461EAC5E}" presName="rootComposite" presStyleCnt="0"/>
      <dgm:spPr/>
    </dgm:pt>
    <dgm:pt modelId="{1AE1A5B0-3C32-4AE4-A9A5-98A2B8AC984D}" type="pres">
      <dgm:prSet presAssocID="{86DFBC82-9DE3-4C20-9F9C-50A8461EAC5E}" presName="rootText" presStyleLbl="node2" presStyleIdx="4" presStyleCnt="5">
        <dgm:presLayoutVars>
          <dgm:chPref val="3"/>
        </dgm:presLayoutVars>
      </dgm:prSet>
      <dgm:spPr/>
    </dgm:pt>
    <dgm:pt modelId="{DFB3AEF4-CB5C-48DF-9383-C8708C6794D9}" type="pres">
      <dgm:prSet presAssocID="{86DFBC82-9DE3-4C20-9F9C-50A8461EAC5E}" presName="rootConnector" presStyleLbl="node2" presStyleIdx="4" presStyleCnt="5"/>
      <dgm:spPr/>
    </dgm:pt>
    <dgm:pt modelId="{65F15E7D-CEA2-4FDC-88DB-94858D10880F}" type="pres">
      <dgm:prSet presAssocID="{86DFBC82-9DE3-4C20-9F9C-50A8461EAC5E}" presName="hierChild4" presStyleCnt="0"/>
      <dgm:spPr/>
    </dgm:pt>
    <dgm:pt modelId="{27AD3B48-5F64-4209-8468-0DCB4F8E5778}" type="pres">
      <dgm:prSet presAssocID="{86DFBC82-9DE3-4C20-9F9C-50A8461EAC5E}" presName="hierChild5" presStyleCnt="0"/>
      <dgm:spPr/>
    </dgm:pt>
    <dgm:pt modelId="{A7AA323A-707B-46D1-9FAC-39DE04E4B13E}" type="pres">
      <dgm:prSet presAssocID="{89623129-E0E2-4534-9169-FEA63E6A2A76}" presName="hierChild3" presStyleCnt="0"/>
      <dgm:spPr/>
    </dgm:pt>
  </dgm:ptLst>
  <dgm:cxnLst>
    <dgm:cxn modelId="{FD5A530E-D1D5-4274-8BCE-79264A3C6615}" srcId="{89623129-E0E2-4534-9169-FEA63E6A2A76}" destId="{B28EBA94-F385-42AC-9429-FB206F6D4B31}" srcOrd="3" destOrd="0" parTransId="{62AE9686-5709-4551-9967-6DC7F24E2D0B}" sibTransId="{908776FC-E5D9-4AC0-A7A9-C698F7F5FDAF}"/>
    <dgm:cxn modelId="{1B5BDA0F-2F35-4858-9F2A-1C14CD6B39C7}" srcId="{89623129-E0E2-4534-9169-FEA63E6A2A76}" destId="{9BC402E2-79B0-40B3-906C-CA620370ECCC}" srcOrd="2" destOrd="0" parTransId="{B93AF808-4040-4D80-9832-7B0F81A98413}" sibTransId="{88207FCE-9C58-49B8-A8E0-7A970B9F42D6}"/>
    <dgm:cxn modelId="{F5934611-ADA9-473B-A1FD-9011B25D8453}" type="presOf" srcId="{89623129-E0E2-4534-9169-FEA63E6A2A76}" destId="{D28BBB0C-7276-40E1-A1F4-2E3F5348D40D}" srcOrd="0" destOrd="0" presId="urn:microsoft.com/office/officeart/2005/8/layout/orgChart1"/>
    <dgm:cxn modelId="{DAB1E522-ABA1-4B4E-9CC4-16F8968CC7B6}" type="presOf" srcId="{A51ECA87-56F9-40F2-AC9E-C564FDC17C8B}" destId="{499A30C4-9DAE-4921-8BF2-5EC9CE818E46}" srcOrd="0" destOrd="0" presId="urn:microsoft.com/office/officeart/2005/8/layout/orgChart1"/>
    <dgm:cxn modelId="{082E7B29-9F9F-40A8-8411-76C9B3D90CB0}" type="presOf" srcId="{B93AF808-4040-4D80-9832-7B0F81A98413}" destId="{3E7ACFA6-875F-4995-B4DE-10A6A94A6F08}" srcOrd="0" destOrd="0" presId="urn:microsoft.com/office/officeart/2005/8/layout/orgChart1"/>
    <dgm:cxn modelId="{24E8475F-2767-441C-AB3F-7529DBF8B796}" type="presOf" srcId="{88C186D0-5AF4-44D8-8FF1-D5856B30176A}" destId="{BC06D447-4C66-4996-AF41-691DF7269F9C}" srcOrd="0" destOrd="0" presId="urn:microsoft.com/office/officeart/2005/8/layout/orgChart1"/>
    <dgm:cxn modelId="{A3D67566-0674-4885-AF5A-3E9861C13F38}" srcId="{79E05460-FC33-4B9A-9DC0-60795873B266}" destId="{89623129-E0E2-4534-9169-FEA63E6A2A76}" srcOrd="0" destOrd="0" parTransId="{611D05BF-7B22-4D45-B685-BB160C66588E}" sibTransId="{3A7BA777-BD67-491A-8FF5-94CB4FDAEFD0}"/>
    <dgm:cxn modelId="{1FB88268-B6C3-46BA-A297-83339AC7D0A5}" type="presOf" srcId="{B28EBA94-F385-42AC-9429-FB206F6D4B31}" destId="{FD3B23EB-6B2F-4958-A86B-001D448A0546}" srcOrd="1" destOrd="0" presId="urn:microsoft.com/office/officeart/2005/8/layout/orgChart1"/>
    <dgm:cxn modelId="{1B775049-2FB9-4AB7-B39A-BD952EF1907A}" type="presOf" srcId="{0C388D1D-38A1-40E0-948D-969505DC2CA0}" destId="{2D48D944-3E9B-454B-ACE1-71FADA9980F3}" srcOrd="1" destOrd="0" presId="urn:microsoft.com/office/officeart/2005/8/layout/orgChart1"/>
    <dgm:cxn modelId="{A4B44852-090C-4B94-858A-C01BCBA502FD}" srcId="{0C388D1D-38A1-40E0-948D-969505DC2CA0}" destId="{C7FF5C21-6D64-4047-B66B-3E32120F1B6C}" srcOrd="0" destOrd="0" parTransId="{3694CF82-9EEA-4D61-A412-07F9DD8C7902}" sibTransId="{FF6EC52D-2C3E-4497-821B-92EACC80DEAC}"/>
    <dgm:cxn modelId="{AC98C053-FDA6-4A40-90DB-36F1437DFF96}" type="presOf" srcId="{86DFBC82-9DE3-4C20-9F9C-50A8461EAC5E}" destId="{DFB3AEF4-CB5C-48DF-9383-C8708C6794D9}" srcOrd="1" destOrd="0" presId="urn:microsoft.com/office/officeart/2005/8/layout/orgChart1"/>
    <dgm:cxn modelId="{BE86B878-5066-4122-A62C-0873D2FF105A}" type="presOf" srcId="{9BC402E2-79B0-40B3-906C-CA620370ECCC}" destId="{B1ECE988-D37A-4146-A6E5-226A2FDC932C}" srcOrd="0" destOrd="0" presId="urn:microsoft.com/office/officeart/2005/8/layout/orgChart1"/>
    <dgm:cxn modelId="{21F58B7B-1C67-4DD4-B86A-67B5B2F0BFAE}" type="presOf" srcId="{B28EBA94-F385-42AC-9429-FB206F6D4B31}" destId="{CDC24ECE-B48D-4D82-9434-2A725B46AD62}" srcOrd="0" destOrd="0" presId="urn:microsoft.com/office/officeart/2005/8/layout/orgChart1"/>
    <dgm:cxn modelId="{A9D5117E-74DB-405D-83F6-43EE03D624D0}" type="presOf" srcId="{0C1D5F23-FD89-4729-8338-C4DAAF87903E}" destId="{3BF62717-ACC2-4699-8F62-8ACD2CC934BC}" srcOrd="1" destOrd="0" presId="urn:microsoft.com/office/officeart/2005/8/layout/orgChart1"/>
    <dgm:cxn modelId="{89140A83-9B69-428D-BFA1-2B289AD4F68A}" type="presOf" srcId="{89623129-E0E2-4534-9169-FEA63E6A2A76}" destId="{BD99E497-9841-45FE-A764-A072A3DCB3AC}" srcOrd="1" destOrd="0" presId="urn:microsoft.com/office/officeart/2005/8/layout/orgChart1"/>
    <dgm:cxn modelId="{EFE36685-2034-4F11-A037-8E29072ADCA9}" type="presOf" srcId="{6ED90989-11DE-43C1-9E6B-DE44CA33E295}" destId="{3C1FB4C0-4F3E-40C6-97AA-E74B65298CB5}" srcOrd="0" destOrd="0" presId="urn:microsoft.com/office/officeart/2005/8/layout/orgChart1"/>
    <dgm:cxn modelId="{4362CE86-7178-462C-8F8A-47BC27407EC7}" type="presOf" srcId="{7FDFAFAC-9F0E-45E9-9E42-2A14EFBB7B61}" destId="{C4545A1C-D082-474C-9665-CBC2B6427A90}" srcOrd="0" destOrd="0" presId="urn:microsoft.com/office/officeart/2005/8/layout/orgChart1"/>
    <dgm:cxn modelId="{A478DF8A-9904-475E-87AA-ADA84BABC2C4}" type="presOf" srcId="{BA8632B8-6C2E-4349-88D7-9C08F8E40B82}" destId="{C372756F-6BD5-43AB-B268-AD5238758E4F}" srcOrd="0" destOrd="0" presId="urn:microsoft.com/office/officeart/2005/8/layout/orgChart1"/>
    <dgm:cxn modelId="{8B34F290-8D83-4492-940C-EFA69948CCA5}" type="presOf" srcId="{9BC402E2-79B0-40B3-906C-CA620370ECCC}" destId="{FFF0E8E0-A1DC-4FB8-8192-4D30D292035F}" srcOrd="1" destOrd="0" presId="urn:microsoft.com/office/officeart/2005/8/layout/orgChart1"/>
    <dgm:cxn modelId="{44BC54A6-B44B-4C45-B721-CB4C901F1357}" type="presOf" srcId="{79E05460-FC33-4B9A-9DC0-60795873B266}" destId="{EE140F2C-BC72-4722-A6CA-424344F28266}" srcOrd="0" destOrd="0" presId="urn:microsoft.com/office/officeart/2005/8/layout/orgChart1"/>
    <dgm:cxn modelId="{D39C39A7-6B53-41F9-A7F4-0CD243608C94}" srcId="{9BC402E2-79B0-40B3-906C-CA620370ECCC}" destId="{BA8632B8-6C2E-4349-88D7-9C08F8E40B82}" srcOrd="0" destOrd="0" parTransId="{6ED90989-11DE-43C1-9E6B-DE44CA33E295}" sibTransId="{F6673AB3-316C-4CE3-B583-F4EFFD9C992F}"/>
    <dgm:cxn modelId="{A8C294AE-5EC8-4B76-BC9C-BA66D06ED7FC}" srcId="{89623129-E0E2-4534-9169-FEA63E6A2A76}" destId="{0C388D1D-38A1-40E0-948D-969505DC2CA0}" srcOrd="0" destOrd="0" parTransId="{7FDFAFAC-9F0E-45E9-9E42-2A14EFBB7B61}" sibTransId="{44151E85-BB9F-4BF0-8CE4-2B8D52D28057}"/>
    <dgm:cxn modelId="{25B7CAB6-5D0E-4E6A-8E98-FF8EB613CB46}" type="presOf" srcId="{3694CF82-9EEA-4D61-A412-07F9DD8C7902}" destId="{2213C324-153E-4BEB-9A81-600FFD8664AF}" srcOrd="0" destOrd="0" presId="urn:microsoft.com/office/officeart/2005/8/layout/orgChart1"/>
    <dgm:cxn modelId="{4E1AC5BB-0265-4D28-9528-322673DDDCDC}" type="presOf" srcId="{BA8632B8-6C2E-4349-88D7-9C08F8E40B82}" destId="{4C01379F-B500-4893-AB56-BA67C9F34A80}" srcOrd="1" destOrd="0" presId="urn:microsoft.com/office/officeart/2005/8/layout/orgChart1"/>
    <dgm:cxn modelId="{AE9DD0C1-9158-4368-88EC-230404191CA7}" type="presOf" srcId="{86DFBC82-9DE3-4C20-9F9C-50A8461EAC5E}" destId="{1AE1A5B0-3C32-4AE4-A9A5-98A2B8AC984D}" srcOrd="0" destOrd="0" presId="urn:microsoft.com/office/officeart/2005/8/layout/orgChart1"/>
    <dgm:cxn modelId="{295C53C2-CB97-4B67-9202-8ACC1D78F8F0}" type="presOf" srcId="{C7FF5C21-6D64-4047-B66B-3E32120F1B6C}" destId="{942452D4-C6B6-4F61-B19E-66A75F18EF8F}" srcOrd="0" destOrd="0" presId="urn:microsoft.com/office/officeart/2005/8/layout/orgChart1"/>
    <dgm:cxn modelId="{75EF1AC5-BF16-4C09-99C5-828036378DDD}" type="presOf" srcId="{62AE9686-5709-4551-9967-6DC7F24E2D0B}" destId="{ADBF0E8C-5AE1-43F8-AA5D-F17FC8E00382}" srcOrd="0" destOrd="0" presId="urn:microsoft.com/office/officeart/2005/8/layout/orgChart1"/>
    <dgm:cxn modelId="{1612AACC-91DE-48BB-88BB-4B25109A7C8D}" srcId="{89623129-E0E2-4534-9169-FEA63E6A2A76}" destId="{86DFBC82-9DE3-4C20-9F9C-50A8461EAC5E}" srcOrd="4" destOrd="0" parTransId="{A51ECA87-56F9-40F2-AC9E-C564FDC17C8B}" sibTransId="{08FE093B-18C3-49E8-B427-5A1FE5BAD534}"/>
    <dgm:cxn modelId="{6C8CEAD9-E239-4A97-B9D1-652E6577123A}" type="presOf" srcId="{0C1D5F23-FD89-4729-8338-C4DAAF87903E}" destId="{2A6F5810-559E-4E70-8921-66A229735C5E}" srcOrd="0" destOrd="0" presId="urn:microsoft.com/office/officeart/2005/8/layout/orgChart1"/>
    <dgm:cxn modelId="{0D3CBEE6-7BDC-4575-8579-BFDBE8A59BF0}" srcId="{89623129-E0E2-4534-9169-FEA63E6A2A76}" destId="{0C1D5F23-FD89-4729-8338-C4DAAF87903E}" srcOrd="1" destOrd="0" parTransId="{88C186D0-5AF4-44D8-8FF1-D5856B30176A}" sibTransId="{85EF9E52-7ABD-49DF-ACFF-254131F3EB82}"/>
    <dgm:cxn modelId="{5CC69FF9-3F15-4778-BD6D-84C48659AC9D}" type="presOf" srcId="{0C388D1D-38A1-40E0-948D-969505DC2CA0}" destId="{D5FAD5FB-F562-4905-ABCD-A7BCCC22A263}" srcOrd="0" destOrd="0" presId="urn:microsoft.com/office/officeart/2005/8/layout/orgChart1"/>
    <dgm:cxn modelId="{65DAEFFE-4BEF-46FB-BBA8-DFA27FCD54F9}" type="presOf" srcId="{C7FF5C21-6D64-4047-B66B-3E32120F1B6C}" destId="{4897973C-035B-4196-AD4E-0548D47296B2}" srcOrd="1" destOrd="0" presId="urn:microsoft.com/office/officeart/2005/8/layout/orgChart1"/>
    <dgm:cxn modelId="{B8415B4B-45C4-413B-8FF6-4B70159E7F0C}" type="presParOf" srcId="{EE140F2C-BC72-4722-A6CA-424344F28266}" destId="{5A7D6F02-2199-4CDF-9FC7-BEB6E51646CE}" srcOrd="0" destOrd="0" presId="urn:microsoft.com/office/officeart/2005/8/layout/orgChart1"/>
    <dgm:cxn modelId="{B9958A81-F0AF-4453-B0A5-C9E4886DE716}" type="presParOf" srcId="{5A7D6F02-2199-4CDF-9FC7-BEB6E51646CE}" destId="{F6BB1552-C5EC-4EBD-B0CE-4F815016072E}" srcOrd="0" destOrd="0" presId="urn:microsoft.com/office/officeart/2005/8/layout/orgChart1"/>
    <dgm:cxn modelId="{8E286CC5-5846-4A59-B06A-7D3351B464B8}" type="presParOf" srcId="{F6BB1552-C5EC-4EBD-B0CE-4F815016072E}" destId="{D28BBB0C-7276-40E1-A1F4-2E3F5348D40D}" srcOrd="0" destOrd="0" presId="urn:microsoft.com/office/officeart/2005/8/layout/orgChart1"/>
    <dgm:cxn modelId="{BFCDCF4D-61FD-4C50-B8D2-0C26CC8E8DB8}" type="presParOf" srcId="{F6BB1552-C5EC-4EBD-B0CE-4F815016072E}" destId="{BD99E497-9841-45FE-A764-A072A3DCB3AC}" srcOrd="1" destOrd="0" presId="urn:microsoft.com/office/officeart/2005/8/layout/orgChart1"/>
    <dgm:cxn modelId="{50D17D87-EAA3-4599-96D6-0B0ACE4C263B}" type="presParOf" srcId="{5A7D6F02-2199-4CDF-9FC7-BEB6E51646CE}" destId="{01D50C5E-E408-4FF9-BAAF-964F99576DBF}" srcOrd="1" destOrd="0" presId="urn:microsoft.com/office/officeart/2005/8/layout/orgChart1"/>
    <dgm:cxn modelId="{E3B5AB41-92F5-411C-B256-B0044ED8DFE7}" type="presParOf" srcId="{01D50C5E-E408-4FF9-BAAF-964F99576DBF}" destId="{C4545A1C-D082-474C-9665-CBC2B6427A90}" srcOrd="0" destOrd="0" presId="urn:microsoft.com/office/officeart/2005/8/layout/orgChart1"/>
    <dgm:cxn modelId="{94C8B489-FDDE-4E41-9776-32A215ECC649}" type="presParOf" srcId="{01D50C5E-E408-4FF9-BAAF-964F99576DBF}" destId="{ED31387F-5F61-424F-8F84-6CCAE57696D2}" srcOrd="1" destOrd="0" presId="urn:microsoft.com/office/officeart/2005/8/layout/orgChart1"/>
    <dgm:cxn modelId="{1AF07C3E-3C1C-4986-8BC6-0366DAA321B9}" type="presParOf" srcId="{ED31387F-5F61-424F-8F84-6CCAE57696D2}" destId="{A3D035FC-703C-4C18-A33C-DB10D7718C52}" srcOrd="0" destOrd="0" presId="urn:microsoft.com/office/officeart/2005/8/layout/orgChart1"/>
    <dgm:cxn modelId="{0EFE4A21-E7CE-4760-BAC7-0B51FFDF59A1}" type="presParOf" srcId="{A3D035FC-703C-4C18-A33C-DB10D7718C52}" destId="{D5FAD5FB-F562-4905-ABCD-A7BCCC22A263}" srcOrd="0" destOrd="0" presId="urn:microsoft.com/office/officeart/2005/8/layout/orgChart1"/>
    <dgm:cxn modelId="{5ABFA83C-E50A-4A9D-BECF-36BA3F1BA66A}" type="presParOf" srcId="{A3D035FC-703C-4C18-A33C-DB10D7718C52}" destId="{2D48D944-3E9B-454B-ACE1-71FADA9980F3}" srcOrd="1" destOrd="0" presId="urn:microsoft.com/office/officeart/2005/8/layout/orgChart1"/>
    <dgm:cxn modelId="{BEDD2DC3-633C-47C5-BC33-CE5DA72FE219}" type="presParOf" srcId="{ED31387F-5F61-424F-8F84-6CCAE57696D2}" destId="{7F137CEB-E3B5-4DCC-81A5-C3D4BA25B3B1}" srcOrd="1" destOrd="0" presId="urn:microsoft.com/office/officeart/2005/8/layout/orgChart1"/>
    <dgm:cxn modelId="{71106BAA-DDDE-4DD4-AB21-174F0A61FE73}" type="presParOf" srcId="{7F137CEB-E3B5-4DCC-81A5-C3D4BA25B3B1}" destId="{2213C324-153E-4BEB-9A81-600FFD8664AF}" srcOrd="0" destOrd="0" presId="urn:microsoft.com/office/officeart/2005/8/layout/orgChart1"/>
    <dgm:cxn modelId="{0B5DE831-3B69-49F8-BFB0-EC9995B4258A}" type="presParOf" srcId="{7F137CEB-E3B5-4DCC-81A5-C3D4BA25B3B1}" destId="{38D0A527-7FC8-43C4-8ADD-04A4F2E6F3E6}" srcOrd="1" destOrd="0" presId="urn:microsoft.com/office/officeart/2005/8/layout/orgChart1"/>
    <dgm:cxn modelId="{0A1260BA-BB8E-49AA-AA08-B235426C7E04}" type="presParOf" srcId="{38D0A527-7FC8-43C4-8ADD-04A4F2E6F3E6}" destId="{A902436B-1C71-4A49-BDE2-0104A55926EF}" srcOrd="0" destOrd="0" presId="urn:microsoft.com/office/officeart/2005/8/layout/orgChart1"/>
    <dgm:cxn modelId="{ADBA15E8-7D0D-43FB-BEA6-0A227D9C2612}" type="presParOf" srcId="{A902436B-1C71-4A49-BDE2-0104A55926EF}" destId="{942452D4-C6B6-4F61-B19E-66A75F18EF8F}" srcOrd="0" destOrd="0" presId="urn:microsoft.com/office/officeart/2005/8/layout/orgChart1"/>
    <dgm:cxn modelId="{8DC46D28-2694-4A77-B1CA-CB9EE32C9ABD}" type="presParOf" srcId="{A902436B-1C71-4A49-BDE2-0104A55926EF}" destId="{4897973C-035B-4196-AD4E-0548D47296B2}" srcOrd="1" destOrd="0" presId="urn:microsoft.com/office/officeart/2005/8/layout/orgChart1"/>
    <dgm:cxn modelId="{4E2053CB-DC3E-4CB0-A309-083B4E78775B}" type="presParOf" srcId="{38D0A527-7FC8-43C4-8ADD-04A4F2E6F3E6}" destId="{BD5688AF-6EC5-4C52-9DAB-43F16363FBDB}" srcOrd="1" destOrd="0" presId="urn:microsoft.com/office/officeart/2005/8/layout/orgChart1"/>
    <dgm:cxn modelId="{B223EF8B-FBCF-4937-BE32-C84126D25633}" type="presParOf" srcId="{38D0A527-7FC8-43C4-8ADD-04A4F2E6F3E6}" destId="{68E49D1F-C072-4991-8922-D9343FA35DC8}" srcOrd="2" destOrd="0" presId="urn:microsoft.com/office/officeart/2005/8/layout/orgChart1"/>
    <dgm:cxn modelId="{2916AE16-61C6-4480-AC08-951EE0C94FAD}" type="presParOf" srcId="{ED31387F-5F61-424F-8F84-6CCAE57696D2}" destId="{CF02993D-8B8A-4B7D-8545-EAF091E06E28}" srcOrd="2" destOrd="0" presId="urn:microsoft.com/office/officeart/2005/8/layout/orgChart1"/>
    <dgm:cxn modelId="{A97D224E-B273-4A06-85CB-AA02D7DE3636}" type="presParOf" srcId="{01D50C5E-E408-4FF9-BAAF-964F99576DBF}" destId="{BC06D447-4C66-4996-AF41-691DF7269F9C}" srcOrd="2" destOrd="0" presId="urn:microsoft.com/office/officeart/2005/8/layout/orgChart1"/>
    <dgm:cxn modelId="{4EBC638B-0B6A-4671-BA23-0B76B6FB1E0A}" type="presParOf" srcId="{01D50C5E-E408-4FF9-BAAF-964F99576DBF}" destId="{C706435D-2CE5-4198-9C87-29E389A62627}" srcOrd="3" destOrd="0" presId="urn:microsoft.com/office/officeart/2005/8/layout/orgChart1"/>
    <dgm:cxn modelId="{8AA396C1-69BB-4186-8ACF-B534AA16FA44}" type="presParOf" srcId="{C706435D-2CE5-4198-9C87-29E389A62627}" destId="{79E8999F-4001-49CF-A20E-66C32B5525B8}" srcOrd="0" destOrd="0" presId="urn:microsoft.com/office/officeart/2005/8/layout/orgChart1"/>
    <dgm:cxn modelId="{39F81A6F-3012-43F4-9636-27DB7F6DCC97}" type="presParOf" srcId="{79E8999F-4001-49CF-A20E-66C32B5525B8}" destId="{2A6F5810-559E-4E70-8921-66A229735C5E}" srcOrd="0" destOrd="0" presId="urn:microsoft.com/office/officeart/2005/8/layout/orgChart1"/>
    <dgm:cxn modelId="{B4EC796D-46A2-4D82-83B1-61A8F52E3CD5}" type="presParOf" srcId="{79E8999F-4001-49CF-A20E-66C32B5525B8}" destId="{3BF62717-ACC2-4699-8F62-8ACD2CC934BC}" srcOrd="1" destOrd="0" presId="urn:microsoft.com/office/officeart/2005/8/layout/orgChart1"/>
    <dgm:cxn modelId="{FD561CF8-0A88-4AD8-AB33-7CC52B8832B3}" type="presParOf" srcId="{C706435D-2CE5-4198-9C87-29E389A62627}" destId="{1D201EFA-BAD4-470E-A5F1-8CA4EE95DFD9}" srcOrd="1" destOrd="0" presId="urn:microsoft.com/office/officeart/2005/8/layout/orgChart1"/>
    <dgm:cxn modelId="{27A2B7EB-61DC-4E85-8D4A-76A16DF13E98}" type="presParOf" srcId="{C706435D-2CE5-4198-9C87-29E389A62627}" destId="{398A9040-AEFA-4EC9-A1CC-EA6129F7C947}" srcOrd="2" destOrd="0" presId="urn:microsoft.com/office/officeart/2005/8/layout/orgChart1"/>
    <dgm:cxn modelId="{D3AB1C0E-A779-48F5-9DDB-68281CEDFF7A}" type="presParOf" srcId="{01D50C5E-E408-4FF9-BAAF-964F99576DBF}" destId="{3E7ACFA6-875F-4995-B4DE-10A6A94A6F08}" srcOrd="4" destOrd="0" presId="urn:microsoft.com/office/officeart/2005/8/layout/orgChart1"/>
    <dgm:cxn modelId="{1C0E4F0E-43E4-4345-9845-60ABF3869508}" type="presParOf" srcId="{01D50C5E-E408-4FF9-BAAF-964F99576DBF}" destId="{61732696-2A77-4694-AB3C-1D7A7A65F6A6}" srcOrd="5" destOrd="0" presId="urn:microsoft.com/office/officeart/2005/8/layout/orgChart1"/>
    <dgm:cxn modelId="{2F1BAE27-7C33-42EA-9274-331B6B8DCB9C}" type="presParOf" srcId="{61732696-2A77-4694-AB3C-1D7A7A65F6A6}" destId="{809036B8-7C2A-433E-A7FC-2968EC979043}" srcOrd="0" destOrd="0" presId="urn:microsoft.com/office/officeart/2005/8/layout/orgChart1"/>
    <dgm:cxn modelId="{106FF793-D67C-4971-A186-971D9D2018F8}" type="presParOf" srcId="{809036B8-7C2A-433E-A7FC-2968EC979043}" destId="{B1ECE988-D37A-4146-A6E5-226A2FDC932C}" srcOrd="0" destOrd="0" presId="urn:microsoft.com/office/officeart/2005/8/layout/orgChart1"/>
    <dgm:cxn modelId="{0ECB8F5C-D312-42BD-92C5-8A8DBAB2D080}" type="presParOf" srcId="{809036B8-7C2A-433E-A7FC-2968EC979043}" destId="{FFF0E8E0-A1DC-4FB8-8192-4D30D292035F}" srcOrd="1" destOrd="0" presId="urn:microsoft.com/office/officeart/2005/8/layout/orgChart1"/>
    <dgm:cxn modelId="{0E0E7089-95EF-4B17-9DC8-7006EEE53817}" type="presParOf" srcId="{61732696-2A77-4694-AB3C-1D7A7A65F6A6}" destId="{CE7137CD-A00D-472A-870A-A258DC5C479A}" srcOrd="1" destOrd="0" presId="urn:microsoft.com/office/officeart/2005/8/layout/orgChart1"/>
    <dgm:cxn modelId="{4EF73440-802F-4F0D-991E-616180927E96}" type="presParOf" srcId="{CE7137CD-A00D-472A-870A-A258DC5C479A}" destId="{3C1FB4C0-4F3E-40C6-97AA-E74B65298CB5}" srcOrd="0" destOrd="0" presId="urn:microsoft.com/office/officeart/2005/8/layout/orgChart1"/>
    <dgm:cxn modelId="{811FEC07-6839-4EA2-AD3B-36D99C337790}" type="presParOf" srcId="{CE7137CD-A00D-472A-870A-A258DC5C479A}" destId="{6A7AECBC-C4A2-4987-BEA5-219DA44CAF09}" srcOrd="1" destOrd="0" presId="urn:microsoft.com/office/officeart/2005/8/layout/orgChart1"/>
    <dgm:cxn modelId="{A3B055C2-435C-44CB-878B-61E90B0B6D0A}" type="presParOf" srcId="{6A7AECBC-C4A2-4987-BEA5-219DA44CAF09}" destId="{487ACF48-7444-4D39-9D43-EF40E77C21EE}" srcOrd="0" destOrd="0" presId="urn:microsoft.com/office/officeart/2005/8/layout/orgChart1"/>
    <dgm:cxn modelId="{3922B114-3CCC-45B8-9B44-FCBFE964E032}" type="presParOf" srcId="{487ACF48-7444-4D39-9D43-EF40E77C21EE}" destId="{C372756F-6BD5-43AB-B268-AD5238758E4F}" srcOrd="0" destOrd="0" presId="urn:microsoft.com/office/officeart/2005/8/layout/orgChart1"/>
    <dgm:cxn modelId="{88EB1D3B-1B98-470B-B06B-AB44A640AB05}" type="presParOf" srcId="{487ACF48-7444-4D39-9D43-EF40E77C21EE}" destId="{4C01379F-B500-4893-AB56-BA67C9F34A80}" srcOrd="1" destOrd="0" presId="urn:microsoft.com/office/officeart/2005/8/layout/orgChart1"/>
    <dgm:cxn modelId="{B38A0FF7-7870-43EE-B399-C0A1A0585380}" type="presParOf" srcId="{6A7AECBC-C4A2-4987-BEA5-219DA44CAF09}" destId="{4B8AA775-A1E8-4445-9F81-43A294BA531A}" srcOrd="1" destOrd="0" presId="urn:microsoft.com/office/officeart/2005/8/layout/orgChart1"/>
    <dgm:cxn modelId="{70155D99-22B8-4418-A162-C80E6D3CEF5A}" type="presParOf" srcId="{6A7AECBC-C4A2-4987-BEA5-219DA44CAF09}" destId="{99027239-BD23-4958-844F-FE658ACF4EA4}" srcOrd="2" destOrd="0" presId="urn:microsoft.com/office/officeart/2005/8/layout/orgChart1"/>
    <dgm:cxn modelId="{BCB640D3-D626-40A1-8BBE-2D386BDA015A}" type="presParOf" srcId="{61732696-2A77-4694-AB3C-1D7A7A65F6A6}" destId="{CA60FCE0-01E1-424A-8E0A-0D7968743E2B}" srcOrd="2" destOrd="0" presId="urn:microsoft.com/office/officeart/2005/8/layout/orgChart1"/>
    <dgm:cxn modelId="{AC29A214-AF53-4D2B-AB2A-971155C4D0F0}" type="presParOf" srcId="{01D50C5E-E408-4FF9-BAAF-964F99576DBF}" destId="{ADBF0E8C-5AE1-43F8-AA5D-F17FC8E00382}" srcOrd="6" destOrd="0" presId="urn:microsoft.com/office/officeart/2005/8/layout/orgChart1"/>
    <dgm:cxn modelId="{9ABC2E05-8DAF-45C3-AFC5-0412346B7029}" type="presParOf" srcId="{01D50C5E-E408-4FF9-BAAF-964F99576DBF}" destId="{88D64A8C-4436-4119-8A07-A8B1BE51C4EA}" srcOrd="7" destOrd="0" presId="urn:microsoft.com/office/officeart/2005/8/layout/orgChart1"/>
    <dgm:cxn modelId="{E82A4A68-6BDE-465B-AE73-CBD6424841AD}" type="presParOf" srcId="{88D64A8C-4436-4119-8A07-A8B1BE51C4EA}" destId="{9AAC9980-7A73-4848-B5C1-8867660959C5}" srcOrd="0" destOrd="0" presId="urn:microsoft.com/office/officeart/2005/8/layout/orgChart1"/>
    <dgm:cxn modelId="{7740C5AA-70DE-4970-B33C-35B2ABFE1719}" type="presParOf" srcId="{9AAC9980-7A73-4848-B5C1-8867660959C5}" destId="{CDC24ECE-B48D-4D82-9434-2A725B46AD62}" srcOrd="0" destOrd="0" presId="urn:microsoft.com/office/officeart/2005/8/layout/orgChart1"/>
    <dgm:cxn modelId="{1CC7A5F4-5A71-4214-A760-A3FD8533E4CE}" type="presParOf" srcId="{9AAC9980-7A73-4848-B5C1-8867660959C5}" destId="{FD3B23EB-6B2F-4958-A86B-001D448A0546}" srcOrd="1" destOrd="0" presId="urn:microsoft.com/office/officeart/2005/8/layout/orgChart1"/>
    <dgm:cxn modelId="{AC237BBA-FDBA-4E7D-B43B-1287D3735417}" type="presParOf" srcId="{88D64A8C-4436-4119-8A07-A8B1BE51C4EA}" destId="{B5468E85-5625-4567-9AB0-E9B7AEDF08B6}" srcOrd="1" destOrd="0" presId="urn:microsoft.com/office/officeart/2005/8/layout/orgChart1"/>
    <dgm:cxn modelId="{E526241F-C5CA-4A22-9D8E-2DCF9CE7F810}" type="presParOf" srcId="{88D64A8C-4436-4119-8A07-A8B1BE51C4EA}" destId="{8A5EBFA5-E482-42A8-A7E6-4458D4DD2EA9}" srcOrd="2" destOrd="0" presId="urn:microsoft.com/office/officeart/2005/8/layout/orgChart1"/>
    <dgm:cxn modelId="{331CE78A-8951-4FA0-8658-F7620FF457A3}" type="presParOf" srcId="{01D50C5E-E408-4FF9-BAAF-964F99576DBF}" destId="{499A30C4-9DAE-4921-8BF2-5EC9CE818E46}" srcOrd="8" destOrd="0" presId="urn:microsoft.com/office/officeart/2005/8/layout/orgChart1"/>
    <dgm:cxn modelId="{EFF13767-D8FA-4FC0-8FDF-ABAEA14ADCE0}" type="presParOf" srcId="{01D50C5E-E408-4FF9-BAAF-964F99576DBF}" destId="{09F3BEFF-AB5B-46FA-8A41-63B4C338CCA2}" srcOrd="9" destOrd="0" presId="urn:microsoft.com/office/officeart/2005/8/layout/orgChart1"/>
    <dgm:cxn modelId="{470B3298-39B4-419D-9FD4-291D33A43406}" type="presParOf" srcId="{09F3BEFF-AB5B-46FA-8A41-63B4C338CCA2}" destId="{019420F5-12B4-46E9-BFC1-6A50DBA43EAA}" srcOrd="0" destOrd="0" presId="urn:microsoft.com/office/officeart/2005/8/layout/orgChart1"/>
    <dgm:cxn modelId="{12A5FCB0-CD69-406F-8523-3FD96306EE33}" type="presParOf" srcId="{019420F5-12B4-46E9-BFC1-6A50DBA43EAA}" destId="{1AE1A5B0-3C32-4AE4-A9A5-98A2B8AC984D}" srcOrd="0" destOrd="0" presId="urn:microsoft.com/office/officeart/2005/8/layout/orgChart1"/>
    <dgm:cxn modelId="{F45D562A-5518-47B4-A034-92F1E8DCD58F}" type="presParOf" srcId="{019420F5-12B4-46E9-BFC1-6A50DBA43EAA}" destId="{DFB3AEF4-CB5C-48DF-9383-C8708C6794D9}" srcOrd="1" destOrd="0" presId="urn:microsoft.com/office/officeart/2005/8/layout/orgChart1"/>
    <dgm:cxn modelId="{A6227837-D4D5-4BEC-8E2E-72E6CD8101C5}" type="presParOf" srcId="{09F3BEFF-AB5B-46FA-8A41-63B4C338CCA2}" destId="{65F15E7D-CEA2-4FDC-88DB-94858D10880F}" srcOrd="1" destOrd="0" presId="urn:microsoft.com/office/officeart/2005/8/layout/orgChart1"/>
    <dgm:cxn modelId="{A0F05197-CEB5-42EF-996B-9A853844D346}" type="presParOf" srcId="{09F3BEFF-AB5B-46FA-8A41-63B4C338CCA2}" destId="{27AD3B48-5F64-4209-8468-0DCB4F8E5778}" srcOrd="2" destOrd="0" presId="urn:microsoft.com/office/officeart/2005/8/layout/orgChart1"/>
    <dgm:cxn modelId="{5E9B2A8D-25A2-453F-87C1-428225D6C4DE}" type="presParOf" srcId="{5A7D6F02-2199-4CDF-9FC7-BEB6E51646CE}" destId="{A7AA323A-707B-46D1-9FAC-39DE04E4B13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9A30C4-9DAE-4921-8BF2-5EC9CE818E46}">
      <dsp:nvSpPr>
        <dsp:cNvPr id="0" name=""/>
        <dsp:cNvSpPr/>
      </dsp:nvSpPr>
      <dsp:spPr>
        <a:xfrm>
          <a:off x="4660900" y="2227161"/>
          <a:ext cx="3882243" cy="324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494"/>
              </a:lnTo>
              <a:lnTo>
                <a:pt x="3882243" y="162494"/>
              </a:lnTo>
              <a:lnTo>
                <a:pt x="3882243" y="324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BF0E8C-5AE1-43F8-AA5D-F17FC8E00382}">
      <dsp:nvSpPr>
        <dsp:cNvPr id="0" name=""/>
        <dsp:cNvSpPr/>
      </dsp:nvSpPr>
      <dsp:spPr>
        <a:xfrm>
          <a:off x="4660900" y="2227161"/>
          <a:ext cx="2009690" cy="324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494"/>
              </a:lnTo>
              <a:lnTo>
                <a:pt x="2009690" y="162494"/>
              </a:lnTo>
              <a:lnTo>
                <a:pt x="2009690" y="324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1FB4C0-4F3E-40C6-97AA-E74B65298CB5}">
      <dsp:nvSpPr>
        <dsp:cNvPr id="0" name=""/>
        <dsp:cNvSpPr/>
      </dsp:nvSpPr>
      <dsp:spPr>
        <a:xfrm>
          <a:off x="4179011" y="3325932"/>
          <a:ext cx="232134" cy="12192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9202"/>
              </a:lnTo>
              <a:lnTo>
                <a:pt x="232134" y="12192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7ACFA6-875F-4995-B4DE-10A6A94A6F08}">
      <dsp:nvSpPr>
        <dsp:cNvPr id="0" name=""/>
        <dsp:cNvSpPr/>
      </dsp:nvSpPr>
      <dsp:spPr>
        <a:xfrm>
          <a:off x="4660900" y="2227161"/>
          <a:ext cx="137137" cy="324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494"/>
              </a:lnTo>
              <a:lnTo>
                <a:pt x="137137" y="162494"/>
              </a:lnTo>
              <a:lnTo>
                <a:pt x="137137" y="324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06D447-4C66-4996-AF41-691DF7269F9C}">
      <dsp:nvSpPr>
        <dsp:cNvPr id="0" name=""/>
        <dsp:cNvSpPr/>
      </dsp:nvSpPr>
      <dsp:spPr>
        <a:xfrm>
          <a:off x="2925484" y="2227161"/>
          <a:ext cx="1735415" cy="324988"/>
        </a:xfrm>
        <a:custGeom>
          <a:avLst/>
          <a:gdLst/>
          <a:ahLst/>
          <a:cxnLst/>
          <a:rect l="0" t="0" r="0" b="0"/>
          <a:pathLst>
            <a:path>
              <a:moveTo>
                <a:pt x="1735415" y="0"/>
              </a:moveTo>
              <a:lnTo>
                <a:pt x="1735415" y="162494"/>
              </a:lnTo>
              <a:lnTo>
                <a:pt x="0" y="162494"/>
              </a:lnTo>
              <a:lnTo>
                <a:pt x="0" y="324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13C324-153E-4BEB-9A81-600FFD8664AF}">
      <dsp:nvSpPr>
        <dsp:cNvPr id="0" name=""/>
        <dsp:cNvSpPr/>
      </dsp:nvSpPr>
      <dsp:spPr>
        <a:xfrm>
          <a:off x="187058" y="3325932"/>
          <a:ext cx="545121" cy="11981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98132"/>
              </a:lnTo>
              <a:lnTo>
                <a:pt x="545121" y="119813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545A1C-D082-474C-9665-CBC2B6427A90}">
      <dsp:nvSpPr>
        <dsp:cNvPr id="0" name=""/>
        <dsp:cNvSpPr/>
      </dsp:nvSpPr>
      <dsp:spPr>
        <a:xfrm>
          <a:off x="915794" y="2227161"/>
          <a:ext cx="3745105" cy="324988"/>
        </a:xfrm>
        <a:custGeom>
          <a:avLst/>
          <a:gdLst/>
          <a:ahLst/>
          <a:cxnLst/>
          <a:rect l="0" t="0" r="0" b="0"/>
          <a:pathLst>
            <a:path>
              <a:moveTo>
                <a:pt x="3745105" y="0"/>
              </a:moveTo>
              <a:lnTo>
                <a:pt x="3745105" y="162494"/>
              </a:lnTo>
              <a:lnTo>
                <a:pt x="0" y="162494"/>
              </a:lnTo>
              <a:lnTo>
                <a:pt x="0" y="32498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8BBB0C-7276-40E1-A1F4-2E3F5348D40D}">
      <dsp:nvSpPr>
        <dsp:cNvPr id="0" name=""/>
        <dsp:cNvSpPr/>
      </dsp:nvSpPr>
      <dsp:spPr>
        <a:xfrm>
          <a:off x="3887117" y="1453379"/>
          <a:ext cx="1547564" cy="77378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Web</a:t>
          </a:r>
        </a:p>
      </dsp:txBody>
      <dsp:txXfrm>
        <a:off x="3887117" y="1453379"/>
        <a:ext cx="1547564" cy="773782"/>
      </dsp:txXfrm>
    </dsp:sp>
    <dsp:sp modelId="{D5FAD5FB-F562-4905-ABCD-A7BCCC22A263}">
      <dsp:nvSpPr>
        <dsp:cNvPr id="0" name=""/>
        <dsp:cNvSpPr/>
      </dsp:nvSpPr>
      <dsp:spPr>
        <a:xfrm>
          <a:off x="4874" y="2552149"/>
          <a:ext cx="1821839" cy="77378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Shallow Web (Static Web)  </a:t>
          </a:r>
        </a:p>
      </dsp:txBody>
      <dsp:txXfrm>
        <a:off x="4874" y="2552149"/>
        <a:ext cx="1821839" cy="773782"/>
      </dsp:txXfrm>
    </dsp:sp>
    <dsp:sp modelId="{942452D4-C6B6-4F61-B19E-66A75F18EF8F}">
      <dsp:nvSpPr>
        <dsp:cNvPr id="0" name=""/>
        <dsp:cNvSpPr/>
      </dsp:nvSpPr>
      <dsp:spPr>
        <a:xfrm>
          <a:off x="732179" y="4137173"/>
          <a:ext cx="1547564" cy="773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Web 1.0</a:t>
          </a:r>
        </a:p>
      </dsp:txBody>
      <dsp:txXfrm>
        <a:off x="732179" y="4137173"/>
        <a:ext cx="1547564" cy="773782"/>
      </dsp:txXfrm>
    </dsp:sp>
    <dsp:sp modelId="{2A6F5810-559E-4E70-8921-66A229735C5E}">
      <dsp:nvSpPr>
        <dsp:cNvPr id="0" name=""/>
        <dsp:cNvSpPr/>
      </dsp:nvSpPr>
      <dsp:spPr>
        <a:xfrm>
          <a:off x="2151702" y="2552149"/>
          <a:ext cx="1547564" cy="77378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Dynamic Web</a:t>
          </a:r>
        </a:p>
      </dsp:txBody>
      <dsp:txXfrm>
        <a:off x="2151702" y="2552149"/>
        <a:ext cx="1547564" cy="773782"/>
      </dsp:txXfrm>
    </dsp:sp>
    <dsp:sp modelId="{B1ECE988-D37A-4146-A6E5-226A2FDC932C}">
      <dsp:nvSpPr>
        <dsp:cNvPr id="0" name=""/>
        <dsp:cNvSpPr/>
      </dsp:nvSpPr>
      <dsp:spPr>
        <a:xfrm>
          <a:off x="4024255" y="2552149"/>
          <a:ext cx="1547564" cy="77378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Wisdom Web</a:t>
          </a:r>
        </a:p>
      </dsp:txBody>
      <dsp:txXfrm>
        <a:off x="4024255" y="2552149"/>
        <a:ext cx="1547564" cy="773782"/>
      </dsp:txXfrm>
    </dsp:sp>
    <dsp:sp modelId="{C372756F-6BD5-43AB-B268-AD5238758E4F}">
      <dsp:nvSpPr>
        <dsp:cNvPr id="0" name=""/>
        <dsp:cNvSpPr/>
      </dsp:nvSpPr>
      <dsp:spPr>
        <a:xfrm>
          <a:off x="4411146" y="4158243"/>
          <a:ext cx="1547564" cy="7737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Web 2.0</a:t>
          </a:r>
        </a:p>
      </dsp:txBody>
      <dsp:txXfrm>
        <a:off x="4411146" y="4158243"/>
        <a:ext cx="1547564" cy="773782"/>
      </dsp:txXfrm>
    </dsp:sp>
    <dsp:sp modelId="{CDC24ECE-B48D-4D82-9434-2A725B46AD62}">
      <dsp:nvSpPr>
        <dsp:cNvPr id="0" name=""/>
        <dsp:cNvSpPr/>
      </dsp:nvSpPr>
      <dsp:spPr>
        <a:xfrm>
          <a:off x="5896808" y="2552149"/>
          <a:ext cx="1547564" cy="77378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Mobile Web</a:t>
          </a:r>
        </a:p>
      </dsp:txBody>
      <dsp:txXfrm>
        <a:off x="5896808" y="2552149"/>
        <a:ext cx="1547564" cy="773782"/>
      </dsp:txXfrm>
    </dsp:sp>
    <dsp:sp modelId="{1AE1A5B0-3C32-4AE4-A9A5-98A2B8AC984D}">
      <dsp:nvSpPr>
        <dsp:cNvPr id="0" name=""/>
        <dsp:cNvSpPr/>
      </dsp:nvSpPr>
      <dsp:spPr>
        <a:xfrm>
          <a:off x="7769361" y="2552149"/>
          <a:ext cx="1547564" cy="773782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the Semantic Web</a:t>
          </a:r>
        </a:p>
      </dsp:txBody>
      <dsp:txXfrm>
        <a:off x="7769361" y="2552149"/>
        <a:ext cx="1547564" cy="773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7B7176-F341-40D9-9A09-FB76AD1951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6858000" cy="458788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>
                <a:solidFill>
                  <a:schemeClr val="bg1"/>
                </a:solidFill>
              </a:rPr>
              <a:t>Introduction       Web Engineering       Categories of Web Applications       Characteristics of Web Applications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6DDC03-DA9A-4EBE-B834-21C3422CF0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685213"/>
            <a:ext cx="6857999" cy="458787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>
                <a:ln>
                  <a:solidFill>
                    <a:schemeClr val="bg1"/>
                  </a:solidFill>
                </a:ln>
              </a:rPr>
              <a:t>Rafia Hassan</a:t>
            </a:r>
          </a:p>
        </p:txBody>
      </p:sp>
    </p:spTree>
    <p:extLst>
      <p:ext uri="{BB962C8B-B14F-4D97-AF65-F5344CB8AC3E}">
        <p14:creationId xmlns:p14="http://schemas.microsoft.com/office/powerpoint/2010/main" val="4181996609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-1" y="0"/>
            <a:ext cx="709126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Introduction        Web Engineering        Categories of Web Applications        Characteristics of Web Applications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Rafia Hassan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CB7F4-8E5F-4087-B7E7-94C1D7B6A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68373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308A0-02CA-452C-979C-64AAADC37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C866B7-40CF-4837-BC2E-4F41AB64C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7E291-DE24-42AD-BA30-594C40BB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20141-5A9D-498F-9F90-E91C274B766E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970B2-E3CC-43B1-9C13-A2D7B5773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DC08-B549-4D91-97D0-3970F9E8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489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B520-C451-4B31-9658-A44CEF212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FC3B-44EC-4185-8CF6-ED39B0F65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8D5F-BA59-4BAD-A465-B7461CAE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E2014-6913-4A5A-816D-3ED4A9DE9970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5D700-A18A-448A-970E-E77B69795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33027-6B0C-4EC9-841C-24B56A6CF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8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9B992-E0CF-4A06-B6B0-B73961B2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74139-B2C8-41AE-94A8-4047D878C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8932D-6D67-4A59-98DE-1C3C97AAB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1F15C-3ADC-4450-A07A-885057A764F9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F0736-65A9-4EED-9F91-5AF1010E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2FF06-9C88-4FA1-B07A-C92083051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1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5112-72A6-4E7B-9E3F-BCF34290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6D32-2EFB-41D1-B178-C5714820B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97346-BDC2-4352-84CD-98A0FFA3A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E6F96-CC4C-4B6B-8525-9ABCC51A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F60DB-F6DC-49EF-9C13-34B842CAA087}" type="datetime1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9B9CE-A057-46DA-AAD2-E47F53CF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AF4D7-FCC1-4B1F-B2A7-0C80881D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5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24F78-3D7C-4F75-992D-56202CAC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B7E8B-0535-41C8-9029-CBAB45A0B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08B3A5-B014-46B5-BB29-0FD897BED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A2D7E-4F0D-4CDE-A975-378A8690F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0E66E-8F9A-43B3-AADD-BC3432AC5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6E5E3-A777-4AD0-9BB8-51595CBF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D5C86-9299-4BB0-BEE7-2C2CEF13D4B4}" type="datetime1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3DD69-F873-44DD-9FF3-6DBE2F0D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470AA1-258E-4039-A323-0097E9FD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04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1CB57-ABD8-44A2-B1D7-16EF9AAEC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C0CD7-8B0E-4A79-8638-8461BE02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2416-C501-44ED-B075-00A30868D2C3}" type="datetime1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87920-3361-4854-BA2E-4DCE2838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D4031C-AE63-4B15-8B53-EE4071F1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24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91316-6D54-4790-AE14-0245215DE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0F5-FA03-46E5-BDFE-3F93C741C11F}" type="datetime1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E0A71A-65E0-402B-9B2E-9343E1108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F147B8-A7DD-4468-A3F3-75C967B4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90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3A16-D18B-4493-838A-D91378CE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8C94B-7D2E-42C7-858E-3D61F921C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C76601-6556-4707-B390-7D5C4DAB0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3BE76E-F0B8-4279-B287-CF4DF1D32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0F89-D8E9-41CA-A54A-2B283713AC27}" type="datetime1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ECB99-FE44-4860-8677-53E9D7D43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2BD94-7BCB-46D5-8798-AF76B60B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81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B95EA-2EC4-4EAE-9428-97736020A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C9CA4E-13AB-4DE3-9D23-8FE6FB5A6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1CB2E-2707-43CB-AECD-2EC8AC1D6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29D59-4A5C-429A-BE75-D4F3BE0C6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1C35-0F4D-40D6-AAC0-9A149517C069}" type="datetime1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03686-16D9-4D58-BD95-C8422FDF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FB00F-6304-4539-948F-1A5B7711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1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DE7CB-6F23-450F-8D44-436E37AA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D8A3C-2432-4EE9-A21A-3FD7CB082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92E50-D183-4B33-84F8-A20AC534D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65B8B-CD6D-47CD-953E-AE4511301037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4B06B-1E80-44F0-97D9-3EF1AC63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E4342-4D01-4237-9A80-7BD92F61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5B3D0-DB81-4D83-95A6-A08A880AB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9B9A0-BDE0-413C-B582-8623F055CB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9E8B9-CFCE-41EC-8A54-21C9B4D31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697E-7C30-4565-A56B-F7C036D55803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4AF24-F194-4199-B659-3E3039A2E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Rafia Hassan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86540-ABAC-4D0A-BD59-C2BAE9DBB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2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AC24C-ADAE-4A36-BE28-E50860138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4F9AA-E8F2-4CFF-8A02-5353EA0C2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C7271-4F75-4AB4-A079-AA1307103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9E638-3C41-4E2C-9984-32DA8EA1F50E}" type="datetime1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4254D-A281-44FE-844E-27D30212B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Rafia Hassan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D8E7E-3D9A-4D66-BB7C-B7DB1E1EF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F5A42-37ED-48A4-9DC2-460DF1DEC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7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1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24856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009" y="2619264"/>
            <a:ext cx="6578990" cy="4238735"/>
          </a:xfrm>
          <a:prstGeom prst="rect">
            <a:avLst/>
          </a:prstGeom>
        </p:spPr>
      </p:pic>
      <p:pic>
        <p:nvPicPr>
          <p:cNvPr id="18434" name="Picture 2" descr="Image result for web engineering">
            <a:extLst>
              <a:ext uri="{FF2B5EF4-FFF2-40B4-BE49-F238E27FC236}">
                <a16:creationId xmlns:a16="http://schemas.microsoft.com/office/drawing/2014/main" id="{B032AAF1-AECA-41E8-8166-ED2667E51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619265"/>
            <a:ext cx="5613010" cy="423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95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97D7E-952D-4B76-A37F-76C80522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11B92-E01F-4C30-BF2F-F5B1B1815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Recap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Web Engineering</a:t>
            </a:r>
          </a:p>
          <a:p>
            <a:r>
              <a:rPr lang="en-US" dirty="0"/>
              <a:t>Categories of Web Applications</a:t>
            </a:r>
          </a:p>
          <a:p>
            <a:r>
              <a:rPr lang="en-US" dirty="0"/>
              <a:t>Characteristics of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90493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F9AA-5480-4D44-91B6-B05AD8DF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2005C1"/>
                </a:solidFill>
              </a:rPr>
              <a:t>Recap</a:t>
            </a:r>
          </a:p>
        </p:txBody>
      </p:sp>
      <p:pic>
        <p:nvPicPr>
          <p:cNvPr id="1026" name="Picture 2" descr="Image result">
            <a:extLst>
              <a:ext uri="{FF2B5EF4-FFF2-40B4-BE49-F238E27FC236}">
                <a16:creationId xmlns:a16="http://schemas.microsoft.com/office/drawing/2014/main" id="{208F4A3D-6F80-40B3-96FA-ADE517C97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811" y="1040375"/>
            <a:ext cx="4698462" cy="267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W3C">
            <a:extLst>
              <a:ext uri="{FF2B5EF4-FFF2-40B4-BE49-F238E27FC236}">
                <a16:creationId xmlns:a16="http://schemas.microsoft.com/office/drawing/2014/main" id="{49108D9F-E0DC-4F59-932A-47B29BB68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17" y="5639327"/>
            <a:ext cx="3513137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web server">
            <a:extLst>
              <a:ext uri="{FF2B5EF4-FFF2-40B4-BE49-F238E27FC236}">
                <a16:creationId xmlns:a16="http://schemas.microsoft.com/office/drawing/2014/main" id="{A3876716-A9E9-4166-B38D-568627EE7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0047" y="399216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">
            <a:extLst>
              <a:ext uri="{FF2B5EF4-FFF2-40B4-BE49-F238E27FC236}">
                <a16:creationId xmlns:a16="http://schemas.microsoft.com/office/drawing/2014/main" id="{4F4A8068-09CE-45F1-9DD8-6165FD68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485" y="3531153"/>
            <a:ext cx="2511839" cy="227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47D194-48C1-45B4-BE36-73B2FCB5D3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2" name="Picture 2" descr="Image result for Web">
            <a:extLst>
              <a:ext uri="{FF2B5EF4-FFF2-40B4-BE49-F238E27FC236}">
                <a16:creationId xmlns:a16="http://schemas.microsoft.com/office/drawing/2014/main" id="{E989735E-4E30-4C29-B93E-CA8297C6B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38" y="1435318"/>
            <a:ext cx="3997496" cy="227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737B02-36A4-4B97-A491-E96A4D924F45}"/>
              </a:ext>
            </a:extLst>
          </p:cNvPr>
          <p:cNvSpPr/>
          <p:nvPr/>
        </p:nvSpPr>
        <p:spPr>
          <a:xfrm>
            <a:off x="0" y="4341968"/>
            <a:ext cx="2083011" cy="669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WWW (World Wide Web-Internet Based Service)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6C6CFE-0139-41E0-B806-54EF59DCCE77}"/>
              </a:ext>
            </a:extLst>
          </p:cNvPr>
          <p:cNvSpPr/>
          <p:nvPr/>
        </p:nvSpPr>
        <p:spPr>
          <a:xfrm>
            <a:off x="4226980" y="6180406"/>
            <a:ext cx="3101891" cy="669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World Wide Web Consortium (Founded in 1994 by Tim Berners-Lee)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C2411A-8ECF-4359-80E6-8B258DEA71A2}"/>
              </a:ext>
            </a:extLst>
          </p:cNvPr>
          <p:cNvSpPr/>
          <p:nvPr/>
        </p:nvSpPr>
        <p:spPr>
          <a:xfrm>
            <a:off x="5289451" y="2064145"/>
            <a:ext cx="2541565" cy="669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Web Browser (Software to access web)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505FD8-CBF7-4D1A-A885-7DF750050E50}"/>
              </a:ext>
            </a:extLst>
          </p:cNvPr>
          <p:cNvSpPr/>
          <p:nvPr/>
        </p:nvSpPr>
        <p:spPr>
          <a:xfrm>
            <a:off x="4746911" y="4519889"/>
            <a:ext cx="3513136" cy="669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Web Server (Computer system that processes request via HTTP)</a:t>
            </a:r>
          </a:p>
          <a:p>
            <a:pPr algn="ctr"/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8379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9E98-16FC-492F-B119-97FAF0AB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005C1"/>
                </a:solidFill>
              </a:rPr>
              <a:t>Recap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46B328E-EA7E-4247-810F-15D43A492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049" y="2166425"/>
            <a:ext cx="8707901" cy="334811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81C82E1-A81D-4FC2-8180-D78CC6A5424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07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4B8F3-8B1F-ED4A-D2CD-9A0B58AF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E416-B6E6-994E-E250-4A7DFD98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005C1"/>
                </a:solidFill>
              </a:rPr>
              <a:t>What is engineering?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8BF037-5671-541E-DF9E-2C899E434B4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73549B-CA7C-64B3-FE45-0DAEF9BD0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Engineering in general means the practical application of science to commerce or industry with the goal of designing applications in a better, i.e. faster / cheaper / more secure / etc., way than hitherto.</a:t>
            </a:r>
          </a:p>
        </p:txBody>
      </p:sp>
    </p:spTree>
    <p:extLst>
      <p:ext uri="{BB962C8B-B14F-4D97-AF65-F5344CB8AC3E}">
        <p14:creationId xmlns:p14="http://schemas.microsoft.com/office/powerpoint/2010/main" val="107849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E5A5E-9A6C-4978-E0B4-EBC284F2C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0790D-2B47-6F97-1B19-EAEAA00B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005C1"/>
                </a:solidFill>
              </a:rPr>
              <a:t>What is software engineering?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C61522-6D8C-D858-8064-F89908CFD49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2C3352-A4A0-13F1-9600-BCEDC9304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Software Engineering is defined as the application of science and mathematics by which the capabilities of computer equipment are made useful to man via computer programs, procedures, and associated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4138556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F32F-BC40-4AE8-988C-CFB55B85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What is Web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1F9A-C17F-414C-A948-A1A9463A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is an independent branch of software engineering.</a:t>
            </a:r>
          </a:p>
          <a:p>
            <a:pPr marL="0" indent="0">
              <a:buNone/>
            </a:pPr>
            <a:endParaRPr lang="en-US" dirty="0"/>
          </a:p>
          <a:p>
            <a:pPr algn="just"/>
            <a:r>
              <a:rPr lang="en-US" dirty="0"/>
              <a:t>Web Engineering comprises the use of systematic and quantifiable approaches in order to accomplish the specification, implementation, operation, and maintenance of high-quality Web applications.</a:t>
            </a:r>
          </a:p>
          <a:p>
            <a:endParaRPr lang="en-US" dirty="0"/>
          </a:p>
          <a:p>
            <a:r>
              <a:rPr lang="en-US" dirty="0"/>
              <a:t>It is also the scientific discipline concerned with the study of these approaches.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0AE7846-F47F-4E81-99AF-38E755724C6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49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34F9-A717-4B2C-BFE5-FB754953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05C1"/>
                </a:solidFill>
              </a:rPr>
              <a:t>Web application</a:t>
            </a:r>
          </a:p>
        </p:txBody>
      </p:sp>
      <p:pic>
        <p:nvPicPr>
          <p:cNvPr id="2050" name="Picture 2" descr="Image result for web application">
            <a:extLst>
              <a:ext uri="{FF2B5EF4-FFF2-40B4-BE49-F238E27FC236}">
                <a16:creationId xmlns:a16="http://schemas.microsoft.com/office/drawing/2014/main" id="{FE975994-BABE-4A75-B9A6-374F52E2FD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6" b="6373"/>
          <a:stretch/>
        </p:blipFill>
        <p:spPr bwMode="auto">
          <a:xfrm>
            <a:off x="4237621" y="4927826"/>
            <a:ext cx="7954380" cy="193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199B6A-A441-4F3B-9A14-0C092B29A64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B59FA-28FC-4E50-9C86-F3C85BB0B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125"/>
            <a:ext cx="10515600" cy="4414838"/>
          </a:xfrm>
        </p:spPr>
        <p:txBody>
          <a:bodyPr>
            <a:normAutofit/>
          </a:bodyPr>
          <a:lstStyle/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A Web application is a software system based on </a:t>
            </a:r>
            <a:r>
              <a:rPr lang="en-US" b="1" dirty="0"/>
              <a:t>technologies</a:t>
            </a:r>
            <a:r>
              <a:rPr lang="en-US" dirty="0"/>
              <a:t> and </a:t>
            </a:r>
            <a:r>
              <a:rPr lang="en-US" b="1" dirty="0"/>
              <a:t>standards</a:t>
            </a:r>
            <a:r>
              <a:rPr lang="en-US" dirty="0"/>
              <a:t> of the </a:t>
            </a:r>
            <a:r>
              <a:rPr lang="en-US" b="1" dirty="0"/>
              <a:t>World Wide Web Consortium (W3C) </a:t>
            </a:r>
            <a:r>
              <a:rPr lang="en-US" dirty="0"/>
              <a:t>that provides web specific resources such as </a:t>
            </a:r>
            <a:r>
              <a:rPr lang="en-US" u="sng" dirty="0"/>
              <a:t>content</a:t>
            </a:r>
            <a:r>
              <a:rPr lang="en-US" dirty="0"/>
              <a:t> and </a:t>
            </a:r>
            <a:r>
              <a:rPr lang="en-US" u="sng" dirty="0"/>
              <a:t>services</a:t>
            </a:r>
            <a:r>
              <a:rPr lang="en-US" dirty="0"/>
              <a:t> through a user interface, the Web browser.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Web applications are full fledge, complex software system. </a:t>
            </a:r>
          </a:p>
          <a:p>
            <a:pPr lvl="1"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Therefore, the development of Web applications requires a methodologically sound engineering approach.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Main stream software application.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3871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D723-1A01-AC3A-8E04-56519D123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9E7A-D82C-D10F-DDA6-3B240EAEF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05C1"/>
                </a:solidFill>
              </a:rPr>
              <a:t>Basic Principles of Web Engineering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1F9B72-7926-8518-F735-E34B2951EBE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DE7C0-E8AF-9090-225C-2FC35A6C0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2125"/>
            <a:ext cx="10515600" cy="4414838"/>
          </a:xfrm>
        </p:spPr>
        <p:txBody>
          <a:bodyPr>
            <a:normAutofit lnSpcReduction="10000"/>
          </a:bodyPr>
          <a:lstStyle/>
          <a:p>
            <a:pPr marL="514350" indent="-514350" algn="just">
              <a:buClr>
                <a:srgbClr val="002060"/>
              </a:buClr>
              <a:buFont typeface="+mj-lt"/>
              <a:buAutoNum type="arabicPeriod"/>
            </a:pPr>
            <a:endParaRPr lang="en-US" dirty="0"/>
          </a:p>
          <a:p>
            <a:pPr marL="514350" indent="-514350" algn="just">
              <a:buClr>
                <a:srgbClr val="002060"/>
              </a:buClr>
              <a:buFont typeface="+mj-lt"/>
              <a:buAutoNum type="arabicPeriod"/>
            </a:pPr>
            <a:r>
              <a:rPr lang="en-US" dirty="0"/>
              <a:t>Clearly defined goals and requirements</a:t>
            </a:r>
          </a:p>
          <a:p>
            <a:pPr marL="514350" indent="-514350" algn="just">
              <a:buClr>
                <a:srgbClr val="002060"/>
              </a:buClr>
              <a:buFont typeface="+mj-lt"/>
              <a:buAutoNum type="arabicPeriod"/>
            </a:pPr>
            <a:r>
              <a:rPr lang="en-US" dirty="0"/>
              <a:t>Systematic development of a Web application in phases</a:t>
            </a:r>
          </a:p>
          <a:p>
            <a:pPr marL="514350" indent="-514350" algn="just">
              <a:buClr>
                <a:srgbClr val="002060"/>
              </a:buClr>
              <a:buFont typeface="+mj-lt"/>
              <a:buAutoNum type="arabicPeriod"/>
            </a:pPr>
            <a:r>
              <a:rPr lang="en-US" dirty="0"/>
              <a:t>Careful planning of these phases</a:t>
            </a:r>
          </a:p>
          <a:p>
            <a:pPr marL="514350" indent="-514350" algn="just">
              <a:buClr>
                <a:srgbClr val="002060"/>
              </a:buClr>
              <a:buFont typeface="+mj-lt"/>
              <a:buAutoNum type="arabicPeriod"/>
            </a:pPr>
            <a:r>
              <a:rPr lang="en-US" dirty="0"/>
              <a:t>Continuous audit of the entire development process.</a:t>
            </a:r>
          </a:p>
          <a:p>
            <a:pPr marL="514350" indent="-514350">
              <a:buClr>
                <a:srgbClr val="002060"/>
              </a:buClr>
              <a:buFont typeface="+mj-lt"/>
              <a:buAutoNum type="arabicPeriod"/>
            </a:pPr>
            <a:endParaRPr lang="en-US" dirty="0"/>
          </a:p>
          <a:p>
            <a:pPr marL="514350" indent="-514350">
              <a:buClr>
                <a:srgbClr val="002060"/>
              </a:buClr>
              <a:buFont typeface="+mj-lt"/>
              <a:buAutoNum type="arabicPeriod"/>
            </a:pPr>
            <a:endParaRPr lang="en-US" dirty="0"/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These basic principles of Web Engineering can, however, be described similarly to those of Software Engineering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779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9DB12-C473-4DDF-9E6A-46BFCC1E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Classification of Web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FB7524-BA19-4199-8B78-9D436A998B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409429"/>
              </p:ext>
            </p:extLst>
          </p:nvPr>
        </p:nvGraphicFramePr>
        <p:xfrm>
          <a:off x="1539631" y="730250"/>
          <a:ext cx="9321800" cy="58780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ED39F-8E5A-49B3-8579-199B680E69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B32D38C-CC88-4AF7-8523-30E6F447E1C6}"/>
              </a:ext>
            </a:extLst>
          </p:cNvPr>
          <p:cNvCxnSpPr>
            <a:cxnSpLocks/>
          </p:cNvCxnSpPr>
          <p:nvPr/>
        </p:nvCxnSpPr>
        <p:spPr>
          <a:xfrm>
            <a:off x="3798277" y="5275385"/>
            <a:ext cx="6330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FFF59B-2E7D-4D6A-B338-6132BBBB7A69}"/>
              </a:ext>
            </a:extLst>
          </p:cNvPr>
          <p:cNvCxnSpPr>
            <a:cxnSpLocks/>
          </p:cNvCxnSpPr>
          <p:nvPr/>
        </p:nvCxnSpPr>
        <p:spPr>
          <a:xfrm flipV="1">
            <a:off x="4431323" y="4093698"/>
            <a:ext cx="0" cy="1181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Image result for What is?">
            <a:extLst>
              <a:ext uri="{FF2B5EF4-FFF2-40B4-BE49-F238E27FC236}">
                <a16:creationId xmlns:a16="http://schemas.microsoft.com/office/drawing/2014/main" id="{93FFD9A9-B1C9-4CB1-B217-2B5D21029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9376" y="4698609"/>
            <a:ext cx="2472055" cy="201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A9C79B-9C0E-4A32-BFBC-077D24652333}"/>
              </a:ext>
            </a:extLst>
          </p:cNvPr>
          <p:cNvSpPr txBox="1"/>
          <p:nvPr/>
        </p:nvSpPr>
        <p:spPr>
          <a:xfrm>
            <a:off x="9625403" y="5966813"/>
            <a:ext cx="15704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DARK WEB</a:t>
            </a:r>
          </a:p>
        </p:txBody>
      </p:sp>
    </p:spTree>
    <p:extLst>
      <p:ext uri="{BB962C8B-B14F-4D97-AF65-F5344CB8AC3E}">
        <p14:creationId xmlns:p14="http://schemas.microsoft.com/office/powerpoint/2010/main" val="286341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96C669-15DC-4618-997A-3F3F6975EDE0}"/>
              </a:ext>
            </a:extLst>
          </p:cNvPr>
          <p:cNvSpPr/>
          <p:nvPr/>
        </p:nvSpPr>
        <p:spPr>
          <a:xfrm>
            <a:off x="2266948" y="1860549"/>
            <a:ext cx="3213885" cy="378063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Network intensive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Concurrent</a:t>
            </a:r>
          </a:p>
          <a:p>
            <a:r>
              <a:rPr lang="en-US" sz="2000" dirty="0">
                <a:solidFill>
                  <a:schemeClr val="tx1"/>
                </a:solidFill>
              </a:rPr>
              <a:t>Unpredictable loading</a:t>
            </a:r>
          </a:p>
          <a:p>
            <a:r>
              <a:rPr lang="en-US" sz="2000" dirty="0">
                <a:solidFill>
                  <a:schemeClr val="tx1"/>
                </a:solidFill>
              </a:rPr>
              <a:t>Performance sensitive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High availability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Data driven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Content sensitive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Continuous evolution</a:t>
            </a:r>
          </a:p>
          <a:p>
            <a:r>
              <a:rPr lang="en-US" sz="2000" dirty="0">
                <a:solidFill>
                  <a:schemeClr val="tx1"/>
                </a:solidFill>
              </a:rPr>
              <a:t>Immediacy</a:t>
            </a:r>
          </a:p>
          <a:p>
            <a:r>
              <a:rPr lang="en-US" sz="2000" dirty="0">
                <a:solidFill>
                  <a:schemeClr val="tx1"/>
                </a:solidFill>
              </a:rPr>
              <a:t>Security</a:t>
            </a:r>
          </a:p>
          <a:p>
            <a:r>
              <a:rPr lang="en-US" sz="2000" dirty="0">
                <a:solidFill>
                  <a:schemeClr val="tx1"/>
                </a:solidFill>
              </a:rPr>
              <a:t>Aesthetics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2A9DB-D4C7-467A-B305-74E87036DA03}"/>
              </a:ext>
            </a:extLst>
          </p:cNvPr>
          <p:cNvSpPr/>
          <p:nvPr/>
        </p:nvSpPr>
        <p:spPr>
          <a:xfrm>
            <a:off x="7333666" y="2222695"/>
            <a:ext cx="3372143" cy="4357495"/>
          </a:xfrm>
          <a:prstGeom prst="rect">
            <a:avLst/>
          </a:prstGeom>
          <a:solidFill>
            <a:srgbClr val="FF9999"/>
          </a:solidFill>
          <a:ln>
            <a:solidFill>
              <a:srgbClr val="FF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Document centric Web sites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Interactive Web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Transactional Web applications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Workflow-based Web applications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Collaborative Web applications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  Social Web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  Portal-oriented Web applications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Ubiquitous Web applications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solidFill>
                  <a:schemeClr val="tx1"/>
                </a:solidFill>
              </a:rPr>
              <a:t>Semantic Web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F9B22D-8B2D-41BD-9474-1BFD3486B9D3}"/>
              </a:ext>
            </a:extLst>
          </p:cNvPr>
          <p:cNvSpPr/>
          <p:nvPr/>
        </p:nvSpPr>
        <p:spPr>
          <a:xfrm>
            <a:off x="4909624" y="4654648"/>
            <a:ext cx="2592559" cy="1295986"/>
          </a:xfrm>
          <a:prstGeom prst="ellipse">
            <a:avLst/>
          </a:prstGeom>
          <a:solidFill>
            <a:srgbClr val="9999FF"/>
          </a:solidFill>
          <a:ln>
            <a:solidFill>
              <a:srgbClr val="99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Web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BCDF3-1E7F-4BE4-88B3-A088E19DFD53}"/>
              </a:ext>
            </a:extLst>
          </p:cNvPr>
          <p:cNvSpPr txBox="1"/>
          <p:nvPr/>
        </p:nvSpPr>
        <p:spPr>
          <a:xfrm>
            <a:off x="2855742" y="1491217"/>
            <a:ext cx="156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F7C6-A37C-411C-B983-4CF6C1A04BC1}"/>
              </a:ext>
            </a:extLst>
          </p:cNvPr>
          <p:cNvSpPr txBox="1"/>
          <p:nvPr/>
        </p:nvSpPr>
        <p:spPr>
          <a:xfrm>
            <a:off x="8238980" y="1853363"/>
            <a:ext cx="156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CATEGORIES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39F324-58B1-4CA7-9C8F-1630ADDFC7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2005C1"/>
                </a:solidFill>
              </a:rPr>
              <a:t>Categories &amp; Attributes of Web App </a:t>
            </a:r>
          </a:p>
        </p:txBody>
      </p:sp>
    </p:spTree>
    <p:extLst>
      <p:ext uri="{BB962C8B-B14F-4D97-AF65-F5344CB8AC3E}">
        <p14:creationId xmlns:p14="http://schemas.microsoft.com/office/powerpoint/2010/main" val="74373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7915CAF-D77C-41B5-B886-D04CBCA2B98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58" y="365125"/>
            <a:ext cx="9890975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28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2E89-A7B1-4632-9026-3688C5BF8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Document centric web 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1DC3-B803-4960-9E54-016B1751C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These are static HTML documents present on a Web server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Manual changes to the documents are required to update any information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499AC-5C63-41ED-BC60-D8A5B0246115}"/>
              </a:ext>
            </a:extLst>
          </p:cNvPr>
          <p:cNvSpPr/>
          <p:nvPr/>
        </p:nvSpPr>
        <p:spPr>
          <a:xfrm>
            <a:off x="1043353" y="3189849"/>
            <a:ext cx="10105293" cy="224676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ff0"/>
              </a:rPr>
              <a:t>Pros !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ff0"/>
              </a:rPr>
              <a:t>Simple, stable, short response times</a:t>
            </a:r>
          </a:p>
          <a:p>
            <a:r>
              <a:rPr lang="en-US" sz="2800" dirty="0">
                <a:solidFill>
                  <a:srgbClr val="002060"/>
                </a:solidFill>
                <a:latin typeface="ff0"/>
              </a:rPr>
              <a:t>Cons!</a:t>
            </a:r>
          </a:p>
          <a:p>
            <a:r>
              <a:rPr lang="en-US" sz="2800" dirty="0">
                <a:solidFill>
                  <a:srgbClr val="000000"/>
                </a:solidFill>
                <a:latin typeface="ff0"/>
              </a:rPr>
              <a:t> High management costs for frequent updates &amp; large collection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Danger of inconsistent and outdated information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1E0CD8B-DC2C-4E2D-A7A5-7337F34AE37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F3269-1B0E-B3B8-3510-D2296402C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896" y="5783324"/>
            <a:ext cx="3324689" cy="866896"/>
          </a:xfrm>
          <a:prstGeom prst="rect">
            <a:avLst/>
          </a:prstGeom>
        </p:spPr>
      </p:pic>
      <p:pic>
        <p:nvPicPr>
          <p:cNvPr id="6146" name="Picture 2" descr="Home">
            <a:extLst>
              <a:ext uri="{FF2B5EF4-FFF2-40B4-BE49-F238E27FC236}">
                <a16:creationId xmlns:a16="http://schemas.microsoft.com/office/drawing/2014/main" id="{3EC57E73-F0A4-7F9E-74BC-D50666A0F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1191" y="5885195"/>
            <a:ext cx="2600325" cy="648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48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C2B9-37AA-4867-A335-FEC6392E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Interactive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603C-DBD5-4F9F-B811-A6ADA7DF7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With the introduction of the Common Gateway Interface (CGI)and HTML forms, interactive Web applications emerged.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Offering a first, simple, form of interactivity by means of </a:t>
            </a:r>
          </a:p>
          <a:p>
            <a:pPr lvl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forms, radio buttons and selection menus. </a:t>
            </a:r>
          </a:p>
          <a:p>
            <a:pPr lvl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Web pages and links to other pages are generated dynamically according to user input.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Examples </a:t>
            </a:r>
          </a:p>
          <a:p>
            <a:pPr lvl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virtual exhibitions, news sites, or timetable information.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0A678-041F-440C-94DA-FDFEB4A1AAD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5122" name="Picture 2" descr="Geo News | Media Ownership Monitor">
            <a:extLst>
              <a:ext uri="{FF2B5EF4-FFF2-40B4-BE49-F238E27FC236}">
                <a16:creationId xmlns:a16="http://schemas.microsoft.com/office/drawing/2014/main" id="{9968490C-A0E1-820E-B4BB-ACCF960E9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50" y="4838700"/>
            <a:ext cx="226695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ase price for ICC media rights for ...">
            <a:extLst>
              <a:ext uri="{FF2B5EF4-FFF2-40B4-BE49-F238E27FC236}">
                <a16:creationId xmlns:a16="http://schemas.microsoft.com/office/drawing/2014/main" id="{0BE0B8FF-BC9A-067A-4BEF-DFC466912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550" y="525780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470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3C03-0BD9-684A-573C-A9714B687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20CC-01EC-45BA-9AA8-77D5B4D7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Transactional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E86A7-A98A-A73F-241A-B80F88A52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Transactional Web applications were created to provide more interactivity, giving the user the possibility of not only interacting with the application in a read-only manner, but also by </a:t>
            </a:r>
            <a:r>
              <a:rPr lang="en-US" b="1" dirty="0"/>
              <a:t>performing updates on the underlying content</a:t>
            </a:r>
            <a:r>
              <a:rPr lang="en-US" dirty="0"/>
              <a:t>. 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Considering a tourism information system this would allow, for example, to update the content in a decentralized way or make it possible to book rooms.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 prerequisite for this are </a:t>
            </a:r>
            <a:r>
              <a:rPr lang="en-US" b="1" dirty="0"/>
              <a:t>database systems </a:t>
            </a:r>
            <a:r>
              <a:rPr lang="en-US" dirty="0"/>
              <a:t>that allow efficient and consistent handling of the increasing amount of content in Web applications and offer the possibility of structured queries. </a:t>
            </a:r>
          </a:p>
          <a:p>
            <a:pPr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Examples</a:t>
            </a:r>
          </a:p>
          <a:p>
            <a:pPr lvl="1" algn="just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Online banking, online shopping, and booking systems belong in this category.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65B8A-0D03-8FCF-1997-67874FD9DEE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4098" name="Picture 2" descr="Daraz, Femprow join hands to facilitate ...">
            <a:extLst>
              <a:ext uri="{FF2B5EF4-FFF2-40B4-BE49-F238E27FC236}">
                <a16:creationId xmlns:a16="http://schemas.microsoft.com/office/drawing/2014/main" id="{9105F147-D569-B92B-04FE-F53FC6082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734" y="468057"/>
            <a:ext cx="1822066" cy="1364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asypaisa launches Credit Score ...">
            <a:extLst>
              <a:ext uri="{FF2B5EF4-FFF2-40B4-BE49-F238E27FC236}">
                <a16:creationId xmlns:a16="http://schemas.microsoft.com/office/drawing/2014/main" id="{F5AEB135-A31E-E570-723C-8ABED46F69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1" t="5074" r="23563" b="28719"/>
          <a:stretch/>
        </p:blipFill>
        <p:spPr bwMode="auto">
          <a:xfrm>
            <a:off x="10591800" y="587102"/>
            <a:ext cx="1524000" cy="110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786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10E5-524A-4602-A32D-D8502D24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Workflow-based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2455-4AAB-4D4C-979A-FD4130AE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828" y="1794094"/>
            <a:ext cx="10515600" cy="4351338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These applications allow the handling of workflows within or between different companies, public authorities, and private users.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A driving force for this is the availability of appropriate Web services to guarantee interoperability.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 complexity here lies in </a:t>
            </a:r>
          </a:p>
          <a:p>
            <a:pPr lvl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 autonomy of the participating companies.</a:t>
            </a:r>
          </a:p>
          <a:p>
            <a:pPr lvl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The necessity for workflows to be robust and flexible.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Examples </a:t>
            </a:r>
          </a:p>
          <a:p>
            <a:pPr lvl="1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dirty="0"/>
              <a:t>Business-to-Business solutions, e-commerce, Web-based support of patient workflows in the health sector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52956-627E-4A3F-BE20-AA3DCE66F79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3074" name="Picture 2" descr="Zameen Logo - CrystalPng">
            <a:extLst>
              <a:ext uri="{FF2B5EF4-FFF2-40B4-BE49-F238E27FC236}">
                <a16:creationId xmlns:a16="http://schemas.microsoft.com/office/drawing/2014/main" id="{84B26E34-1BE6-4F08-DE3A-AF3499860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01"/>
          <a:stretch/>
        </p:blipFill>
        <p:spPr bwMode="auto">
          <a:xfrm>
            <a:off x="10765714" y="5631410"/>
            <a:ext cx="1426286" cy="122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akWheels - Wikipedia">
            <a:extLst>
              <a:ext uri="{FF2B5EF4-FFF2-40B4-BE49-F238E27FC236}">
                <a16:creationId xmlns:a16="http://schemas.microsoft.com/office/drawing/2014/main" id="{794AF647-C044-BC67-5D91-3B7E0ADBEA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98"/>
          <a:stretch/>
        </p:blipFill>
        <p:spPr bwMode="auto">
          <a:xfrm>
            <a:off x="8247240" y="5822731"/>
            <a:ext cx="2351316" cy="103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984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98BF-CD6B-4075-8B72-1DDBF261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Collaborative Web applications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F35DD10-F346-44B5-AA1A-85825149DF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2052" name="Picture 4" descr="What parents need to know about Zoom ...">
            <a:extLst>
              <a:ext uri="{FF2B5EF4-FFF2-40B4-BE49-F238E27FC236}">
                <a16:creationId xmlns:a16="http://schemas.microsoft.com/office/drawing/2014/main" id="{2A593DB5-9715-00F1-099E-1225979AE3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9" t="15537" r="32448" b="14294"/>
          <a:stretch/>
        </p:blipFill>
        <p:spPr bwMode="auto">
          <a:xfrm>
            <a:off x="7288921" y="5361315"/>
            <a:ext cx="1694794" cy="1484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ay Connected with Microsoft Teams ...">
            <a:extLst>
              <a:ext uri="{FF2B5EF4-FFF2-40B4-BE49-F238E27FC236}">
                <a16:creationId xmlns:a16="http://schemas.microsoft.com/office/drawing/2014/main" id="{632614CE-C336-1386-03EA-FDBF7EE1BC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" r="66086" b="6638"/>
          <a:stretch/>
        </p:blipFill>
        <p:spPr bwMode="auto">
          <a:xfrm>
            <a:off x="8983715" y="5427321"/>
            <a:ext cx="1350582" cy="135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What is GitHub? — Pythia Foundations">
            <a:extLst>
              <a:ext uri="{FF2B5EF4-FFF2-40B4-BE49-F238E27FC236}">
                <a16:creationId xmlns:a16="http://schemas.microsoft.com/office/drawing/2014/main" id="{90200C46-46F5-756E-0CC3-09E28503D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49" r="17655"/>
          <a:stretch/>
        </p:blipFill>
        <p:spPr bwMode="auto">
          <a:xfrm>
            <a:off x="10506403" y="5349038"/>
            <a:ext cx="1694794" cy="1508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328A-598F-4A14-9DA3-30C5025D4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Collaborative web applications are online platforms to allow multiple users to work together in real-time or asynchronously on shared tasks, projects, or activities.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These applications are particularly useful for teamwork, communication, and productivity in both personal and professional contexts.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Whereas workflow-based Web applications require a certain structuring of the automated processes and operations, collaborative Web applications are employed especially for cooperation purposes in unstructured operations (groupware).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Examples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e-Learning systems, scheduling systems, Chat rooms</a:t>
            </a:r>
          </a:p>
        </p:txBody>
      </p:sp>
    </p:spTree>
    <p:extLst>
      <p:ext uri="{BB962C8B-B14F-4D97-AF65-F5344CB8AC3E}">
        <p14:creationId xmlns:p14="http://schemas.microsoft.com/office/powerpoint/2010/main" val="1179534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2D038-92BD-7EB5-DCE6-970E8332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D303-91C1-1F53-89E5-A8FDCF8E2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Social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4E41-ECBD-31B9-65B5-2B0B41390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Social networks provide a socializing facility to a targeted audience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People with similar interests can interact with each other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While originally the Web was characterized by anonymity, there is an increasing trend towards</a:t>
            </a:r>
            <a:br>
              <a:rPr lang="en-US" dirty="0"/>
            </a:br>
            <a:r>
              <a:rPr lang="en-US" dirty="0"/>
              <a:t>a social Web, where people provide their identity to a (small) community of others with similar</a:t>
            </a:r>
            <a:br>
              <a:rPr lang="en-US" dirty="0"/>
            </a:br>
            <a:r>
              <a:rPr lang="en-US" dirty="0"/>
              <a:t>interests.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Examples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Instagram, Weblogs (blogs), etc.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04BF90A-C463-90BC-95C0-644B00623AD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2050" name="Picture 2" descr="Image result for Social networks">
            <a:extLst>
              <a:ext uri="{FF2B5EF4-FFF2-40B4-BE49-F238E27FC236}">
                <a16:creationId xmlns:a16="http://schemas.microsoft.com/office/drawing/2014/main" id="{7E9D6A6E-B58B-638A-4585-804FAD5D1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8214" y="4783824"/>
            <a:ext cx="2063262" cy="186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8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91A86-E7CD-41F1-A025-91DE41A7B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Portal-oriented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0D29B-2DB7-414E-BCA2-FE4CEFFFF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A single point of access to multiple services in a particular domain or multiple domains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Examples include Google, Yahoo, etc.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Specialized Web portals are also popular, i.e., business portals, health-sector portals, market portals, community portals etc.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174615E-E217-4A0A-95C3-8F4BB5904B5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4" name="Picture 2" descr="NADRA – National Database &amp; Registration Authority">
            <a:extLst>
              <a:ext uri="{FF2B5EF4-FFF2-40B4-BE49-F238E27FC236}">
                <a16:creationId xmlns:a16="http://schemas.microsoft.com/office/drawing/2014/main" id="{1F9FB7AD-EBB4-B319-8705-46643CA4C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1535" y="5384319"/>
            <a:ext cx="1399622" cy="13996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ederal Board of Intermediate and Secondary Education - Wikipedia">
            <a:extLst>
              <a:ext uri="{FF2B5EF4-FFF2-40B4-BE49-F238E27FC236}">
                <a16:creationId xmlns:a16="http://schemas.microsoft.com/office/drawing/2014/main" id="{44228B2D-E954-1D6F-F1B5-CC027EFC2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610" y="5305759"/>
            <a:ext cx="1478182" cy="147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Open An Account - Digital Account - Biometric Account - Trading Account -  Roshan Digital with SCSTrade.com">
            <a:extLst>
              <a:ext uri="{FF2B5EF4-FFF2-40B4-BE49-F238E27FC236}">
                <a16:creationId xmlns:a16="http://schemas.microsoft.com/office/drawing/2014/main" id="{36E86BF9-CBA5-1C97-207A-9D7B027D4E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55" t="3974" r="2411" b="5096"/>
          <a:stretch/>
        </p:blipFill>
        <p:spPr bwMode="auto">
          <a:xfrm>
            <a:off x="5872655" y="5384319"/>
            <a:ext cx="2418692" cy="139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18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E449D-0887-26CF-7004-115108D3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28BCC-E44B-82AC-DF69-AE6DC47B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Ubiquitous Web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20EC0-8E07-81C1-6967-88428C432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provides customized services anytime anywhere and for any device, thus facilitating ubiquitous access.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Examples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Displaying the menu of the day on the mobile devices of all users entering a restaurant between 11 am and 2 pm.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For this type of system it is important to take into account the limitations of mobile devices (bandwidth, screen size, memory, immaturity of software, etc.)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and the context in which the Web application is currently being used. Based on this dynamic adjustments according to the users’ situation can be made.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71C2781-883F-3EF3-348E-BFFCB92C871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7170" name="Picture 2" descr="WhatsApp web adds a feature the Android ...">
            <a:extLst>
              <a:ext uri="{FF2B5EF4-FFF2-40B4-BE49-F238E27FC236}">
                <a16:creationId xmlns:a16="http://schemas.microsoft.com/office/drawing/2014/main" id="{B119D06E-524F-2EEE-7961-1BD2F0E82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0744" y="5655441"/>
            <a:ext cx="2217683" cy="1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publicity fee from Foodpanda ...">
            <a:extLst>
              <a:ext uri="{FF2B5EF4-FFF2-40B4-BE49-F238E27FC236}">
                <a16:creationId xmlns:a16="http://schemas.microsoft.com/office/drawing/2014/main" id="{B8720E7F-1E65-CD41-EFC3-B54A71333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438" y="5643507"/>
            <a:ext cx="2082271" cy="116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432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45BA3-F6BD-67B7-495F-F8172C6A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44BF4-AB3F-A694-889B-00A954076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Semantic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5741C-BDAD-7C53-C4EE-F0FE5F48F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goal of the Semantic Web is to present information on the Web not merely for humans, but also in a machine-readable 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This would facilitate knowledge management on the Web, in particular the linking and reuse of knowledge, as well as locating new relevant knowledge, e.g. by means of recommender systems. 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460AC05-D71D-A5D0-21F5-D5A9900F714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8194" name="Picture 2" descr="IBM — Watson. Good design is good ...">
            <a:extLst>
              <a:ext uri="{FF2B5EF4-FFF2-40B4-BE49-F238E27FC236}">
                <a16:creationId xmlns:a16="http://schemas.microsoft.com/office/drawing/2014/main" id="{E1E0EC6B-83E8-56B8-EA96-D81D2E5B6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729" y="5177495"/>
            <a:ext cx="3124200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mazon Alexa Voice AI | Alexa Developer ...">
            <a:extLst>
              <a:ext uri="{FF2B5EF4-FFF2-40B4-BE49-F238E27FC236}">
                <a16:creationId xmlns:a16="http://schemas.microsoft.com/office/drawing/2014/main" id="{03FB69A0-E8C6-577E-9AEF-0CFE819FE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354" y="4901270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5105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A21CD-0767-4E5F-86B7-2133E7B9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2005C1"/>
                </a:solidFill>
              </a:rPr>
              <a:t>Rich </a:t>
            </a:r>
            <a:r>
              <a:rPr lang="en-US" sz="4000" dirty="0">
                <a:solidFill>
                  <a:srgbClr val="2005C1"/>
                </a:solidFill>
              </a:rPr>
              <a:t>Internet</a:t>
            </a:r>
            <a:r>
              <a:rPr lang="en-US" sz="3600" dirty="0">
                <a:solidFill>
                  <a:srgbClr val="2005C1"/>
                </a:solidFill>
              </a:rPr>
              <a:t>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B3063-0D04-499E-9776-5D8AD2914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Web based applications that run in a Web browser and do not require software installation, but still have the features &amp; functionality of traditional desktop applications. </a:t>
            </a:r>
          </a:p>
          <a:p>
            <a:pPr marL="0" indent="0">
              <a:buClr>
                <a:srgbClr val="002060"/>
              </a:buClr>
              <a:buNone/>
            </a:pPr>
            <a:endParaRPr lang="en-US" sz="2400" dirty="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RIA represents the evolution of the browser from static request response interface to dynamic, asynchronous interface.</a:t>
            </a:r>
          </a:p>
          <a:p>
            <a:pPr marL="0" indent="0">
              <a:buClr>
                <a:srgbClr val="002060"/>
              </a:buClr>
              <a:buNone/>
            </a:pPr>
            <a:endParaRPr lang="en-US" sz="2400" dirty="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RIAs promise a richer user experience &amp; benefits, interactivity &amp; usability .</a:t>
            </a:r>
          </a:p>
        </p:txBody>
      </p:sp>
      <p:pic>
        <p:nvPicPr>
          <p:cNvPr id="3074" name="Picture 2" descr="Related image">
            <a:extLst>
              <a:ext uri="{FF2B5EF4-FFF2-40B4-BE49-F238E27FC236}">
                <a16:creationId xmlns:a16="http://schemas.microsoft.com/office/drawing/2014/main" id="{1B28E698-F7C3-43EC-BD07-D23137EAB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1908" y="5465298"/>
            <a:ext cx="3370092" cy="139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Ajax">
            <a:extLst>
              <a:ext uri="{FF2B5EF4-FFF2-40B4-BE49-F238E27FC236}">
                <a16:creationId xmlns:a16="http://schemas.microsoft.com/office/drawing/2014/main" id="{2C2E5E6D-D387-4DC2-A918-43E36F7E0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475" y="0"/>
            <a:ext cx="4200525" cy="156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2870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9A5AE-7A4A-CB60-2658-81B75AF4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713FB-83EE-316F-F76A-17D77169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2005C1"/>
                </a:solidFill>
              </a:rPr>
              <a:t>Characteristics of 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36170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0A60A1-A146-4CB4-B1C2-ECB178C1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34"/>
          <a:stretch/>
        </p:blipFill>
        <p:spPr>
          <a:xfrm>
            <a:off x="451396" y="1800006"/>
            <a:ext cx="10205769" cy="3656306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5E265F-DCAE-463E-8591-18BC304582F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30403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23B2BB-D567-4EFE-84EF-09576926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18" y="642241"/>
            <a:ext cx="9922559" cy="5573517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07D872B-26CB-4648-AC6C-B2BA4316C0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363824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845D31-630D-4C55-AE6D-1FC3D503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33" y="413657"/>
            <a:ext cx="9966553" cy="5740400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4B8AFBA-1A85-4BC4-AA43-3B30A8B6F5E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198470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984EB-66BA-429B-BC8E-485409C7E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16" y="518966"/>
            <a:ext cx="10381810" cy="5820068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F0207E2-BA17-4740-AFF9-7E8977D8D9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5881257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A4FEED-9BA9-4469-B15C-0F94FD27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76" y="476212"/>
            <a:ext cx="9903948" cy="590557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057020-A483-49F4-9171-15D8321A20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7221818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2EC38C-CE44-40AF-946B-994B505EB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78" y="480865"/>
            <a:ext cx="10114965" cy="459757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6FE0BA-1FE2-4952-BFFD-E372B803DE4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891877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044E3A-6A06-4219-A913-00908E810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68" y="731520"/>
            <a:ext cx="10485198" cy="5510068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9B6DEE9-4352-4E92-865E-5AC62C0B7E5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649510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8F26CE7-A033-479C-9A1A-DFCD8069F8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7AE2AB-C33C-45E1-A5D7-5E49B2AE7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23" y="720952"/>
            <a:ext cx="10112148" cy="525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654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61ED29C-CD10-497D-ADF4-2FB8F8B55EA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DCC2D8-8802-4300-898C-AD5E50867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79" y="617522"/>
            <a:ext cx="10548753" cy="548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6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1CE985-DF52-4E81-B364-A8264A348C0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7565FC-E5E9-4533-A187-4D94EFD8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48" y="836159"/>
            <a:ext cx="10610623" cy="530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87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C97C5B-1C1F-4808-ABC0-0CA63F4CA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67" y="651328"/>
            <a:ext cx="10594975" cy="5560786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D7267F7-2A94-456F-9AD3-B2F1167433A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489996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4BB743-608F-4A10-A0C8-1B1E56C02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63" y="733651"/>
            <a:ext cx="10180866" cy="534783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B8092D4-A96A-412C-84F4-F441CC50C9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0078365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A679DC-9F4A-4F7C-83C6-8CC77DBE4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37" y="466271"/>
            <a:ext cx="10150249" cy="5876472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2C14A32-9053-41ED-8F20-29B3698A4C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bg1"/>
                </a:solidFill>
              </a:rPr>
              <a:t>Introduction 		Web Engineering		Categories of Web Applications		Characteristics of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3256111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A5E6-8A65-4F95-B31D-84EB8A3D5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Development related Characteristics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7029E63-A951-FAEC-CD6C-948A09EB9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development of Web applications is characterized by the necessary resources, such as the </a:t>
            </a:r>
            <a:r>
              <a:rPr lang="en-US" u="sng" dirty="0"/>
              <a:t>development team </a:t>
            </a:r>
            <a:r>
              <a:rPr lang="en-US" dirty="0"/>
              <a:t>and </a:t>
            </a:r>
            <a:r>
              <a:rPr lang="en-US" u="sng" dirty="0"/>
              <a:t>the technical infrastructure</a:t>
            </a:r>
            <a:r>
              <a:rPr lang="en-US" dirty="0"/>
              <a:t>, the </a:t>
            </a:r>
            <a:r>
              <a:rPr lang="en-US" u="sng" dirty="0"/>
              <a:t>development process </a:t>
            </a:r>
            <a:r>
              <a:rPr lang="en-US" dirty="0"/>
              <a:t>itself, and the necessary </a:t>
            </a:r>
            <a:r>
              <a:rPr lang="en-US" u="sng" dirty="0"/>
              <a:t>integration</a:t>
            </a:r>
            <a:r>
              <a:rPr lang="en-US" dirty="0"/>
              <a:t> of already existing solutions.</a:t>
            </a:r>
          </a:p>
        </p:txBody>
      </p:sp>
    </p:spTree>
    <p:extLst>
      <p:ext uri="{BB962C8B-B14F-4D97-AF65-F5344CB8AC3E}">
        <p14:creationId xmlns:p14="http://schemas.microsoft.com/office/powerpoint/2010/main" val="430130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0323-E304-A1DC-37CF-F212BAF9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A128-9D77-045A-08AF-DC7447CD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Development related Characteristics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95447C9-4185-37D9-F5D0-00A09A07A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005C1"/>
                </a:solidFill>
              </a:rPr>
              <a:t>Development team: </a:t>
            </a:r>
          </a:p>
          <a:p>
            <a:pPr lvl="1"/>
            <a:r>
              <a:rPr lang="en-US" dirty="0"/>
              <a:t>The development of Web applications is strongly influenced by the fact that development teams are </a:t>
            </a:r>
            <a:r>
              <a:rPr lang="en-US" u="sng" dirty="0"/>
              <a:t>multidisciplinary</a:t>
            </a:r>
            <a:r>
              <a:rPr lang="en-US" dirty="0"/>
              <a:t> and generally rather </a:t>
            </a:r>
            <a:r>
              <a:rPr lang="en-US" u="sng" dirty="0"/>
              <a:t>young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These factors and the methods of the so-called </a:t>
            </a:r>
            <a:r>
              <a:rPr lang="en-US" u="sng" dirty="0"/>
              <a:t>community development </a:t>
            </a:r>
            <a:r>
              <a:rPr lang="en-US" dirty="0"/>
              <a:t>contribute to a completely new way of organizing collaboration of different groups of developers. </a:t>
            </a:r>
          </a:p>
          <a:p>
            <a:pPr lvl="1"/>
            <a:r>
              <a:rPr lang="en-US" dirty="0"/>
              <a:t>The different points of view and emphases must be brought together through appropriate project management and an adapted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275718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3260B-48E1-ECC4-A3D6-94D03674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D5F7F-0E99-B57B-9C84-0DC7A5D2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Development related Characteristics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8023041-1BC7-FAFE-68BB-35A36A8C5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rgbClr val="2005C1"/>
                </a:solidFill>
              </a:rPr>
              <a:t>T</a:t>
            </a:r>
            <a:r>
              <a:rPr lang="en-US" sz="2800" dirty="0">
                <a:solidFill>
                  <a:srgbClr val="2005C1"/>
                </a:solidFill>
              </a:rPr>
              <a:t>echnical infrastructure: 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u="sng" dirty="0"/>
              <a:t>inhomogeneity</a:t>
            </a:r>
            <a:r>
              <a:rPr lang="en-US" dirty="0"/>
              <a:t> and </a:t>
            </a:r>
            <a:r>
              <a:rPr lang="en-US" u="sng" dirty="0"/>
              <a:t>immaturity</a:t>
            </a:r>
            <a:r>
              <a:rPr lang="en-US" dirty="0"/>
              <a:t> of the used components are important characteristics of the technical infrastructure of Web applications.</a:t>
            </a:r>
          </a:p>
          <a:p>
            <a:pPr lvl="2"/>
            <a:r>
              <a:rPr lang="en-US" b="1" dirty="0"/>
              <a:t>Inhomogeneity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 The development of Web applications depends on two external components: server and browser. </a:t>
            </a:r>
          </a:p>
          <a:p>
            <a:pPr lvl="2"/>
            <a:r>
              <a:rPr lang="en-US" dirty="0"/>
              <a:t>While the Web server can usually be configured and operated as desired by the application programmers, there is no way to influence the users’ Web browsers and their individual preferences.</a:t>
            </a:r>
          </a:p>
          <a:p>
            <a:pPr lvl="2"/>
            <a:r>
              <a:rPr lang="en-US" dirty="0"/>
              <a:t> This situation is additionally complicated by different browser versions and their inter-operation with </a:t>
            </a:r>
          </a:p>
          <a:p>
            <a:pPr lvl="2"/>
            <a:r>
              <a:rPr lang="en-US" b="1" dirty="0"/>
              <a:t>Immaturity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Because of the increasing time-to-market pressure, components used in Web applications are often immature, i.e. they either have bugs or lack the desired functionality.</a:t>
            </a:r>
          </a:p>
          <a:p>
            <a:pPr lvl="2"/>
            <a:r>
              <a:rPr lang="en-US" dirty="0"/>
              <a:t>Additionally, a version update of the Web application often entails a change of the development environment. </a:t>
            </a:r>
          </a:p>
          <a:p>
            <a:pPr lvl="2"/>
            <a:r>
              <a:rPr lang="en-US" dirty="0"/>
              <a:t>As a result, development knowledge is often lost or cannot even evolve in the first place.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13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E43EF-82E1-8CC1-13EB-2252576C7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8613-3B60-F724-DCC8-B3CACA87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Development related Characteristics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C767CC-2039-AFDE-8753-AB3A1268C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005C1"/>
                </a:solidFill>
              </a:rPr>
              <a:t>Development process: </a:t>
            </a:r>
            <a:endParaRPr lang="en-US" dirty="0"/>
          </a:p>
          <a:p>
            <a:pPr lvl="1"/>
            <a:r>
              <a:rPr lang="en-US" dirty="0"/>
              <a:t>The development process is the framework for all development-related characteristics, and is in turn influenced by flexibility and parallelism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343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78FC-1C75-32EE-83D9-56119CF76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7A5D-1A53-2483-EE3F-F00328BCD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Development related Characteristics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F7E6B2-BC76-C7A9-0E37-F6570A31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005C1"/>
                </a:solidFill>
              </a:rPr>
              <a:t>Development integration:</a:t>
            </a:r>
          </a:p>
          <a:p>
            <a:pPr lvl="1"/>
            <a:r>
              <a:rPr lang="en-US" dirty="0"/>
              <a:t>A special characteristic of many Web applications is the need for </a:t>
            </a:r>
            <a:r>
              <a:rPr lang="en-US" u="sng" dirty="0"/>
              <a:t>internal</a:t>
            </a:r>
            <a:r>
              <a:rPr lang="en-US" dirty="0"/>
              <a:t> and </a:t>
            </a:r>
            <a:r>
              <a:rPr lang="en-US" u="sng" dirty="0"/>
              <a:t>external</a:t>
            </a:r>
            <a:r>
              <a:rPr lang="en-US" dirty="0"/>
              <a:t> integration.</a:t>
            </a:r>
            <a:br>
              <a:rPr lang="en-US" dirty="0"/>
            </a:br>
            <a:r>
              <a:rPr lang="en-US" dirty="0"/>
              <a:t>Integration in this context refers not only to technical aspects, but also to content, and organizational aspects.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1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8BAF-646A-6918-A60E-A2E67BB9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5087-664A-EE0B-577E-80BB976D2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Evolution characteristic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D2F6B75-765B-1CC7-EFE2-B83543DAA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Evolution is a characteristic that governs all three dimensions of product, usage and development.</a:t>
            </a:r>
          </a:p>
          <a:p>
            <a:r>
              <a:rPr lang="en-US" dirty="0"/>
              <a:t>The need for evolution can be argued for with the </a:t>
            </a:r>
            <a:r>
              <a:rPr lang="en-US" u="sng" dirty="0"/>
              <a:t>continuous change </a:t>
            </a:r>
            <a:r>
              <a:rPr lang="en-US" dirty="0"/>
              <a:t>of requirements and conditions, the </a:t>
            </a:r>
            <a:r>
              <a:rPr lang="en-US" u="sng" dirty="0"/>
              <a:t>competitive pressure</a:t>
            </a:r>
            <a:r>
              <a:rPr lang="en-US" dirty="0"/>
              <a:t>, and the general </a:t>
            </a:r>
            <a:r>
              <a:rPr lang="en-US" u="sng" dirty="0"/>
              <a:t>fast pace </a:t>
            </a:r>
            <a:r>
              <a:rPr lang="en-US" dirty="0"/>
              <a:t>of development.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203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C76C5-4579-5F26-C905-A84164A56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F1BDE-57E2-B637-B6A8-AC5B727DC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2005C1"/>
                </a:solidFill>
              </a:rPr>
              <a:t>Why do web projects fail?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7BBB-326D-8C8F-FFEE-FA781956DD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meeting functionality and the user’s need</a:t>
            </a:r>
          </a:p>
          <a:p>
            <a:r>
              <a:rPr lang="en-US" dirty="0"/>
              <a:t>Poor usability</a:t>
            </a:r>
          </a:p>
          <a:p>
            <a:r>
              <a:rPr lang="en-US" dirty="0"/>
              <a:t>Poor performance</a:t>
            </a:r>
          </a:p>
          <a:p>
            <a:r>
              <a:rPr lang="en-US" dirty="0"/>
              <a:t>Security breaches</a:t>
            </a:r>
          </a:p>
          <a:p>
            <a:r>
              <a:rPr lang="en-US" dirty="0"/>
              <a:t>Poor maintainability</a:t>
            </a:r>
          </a:p>
          <a:p>
            <a:r>
              <a:rPr lang="en-US" dirty="0"/>
              <a:t>Poor scalability</a:t>
            </a:r>
          </a:p>
          <a:p>
            <a:r>
              <a:rPr lang="en-US" dirty="0"/>
              <a:t>Use of immature technology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9C327-9763-0479-6082-3E4D506575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Schedule &amp; cost over-runs</a:t>
            </a:r>
          </a:p>
          <a:p>
            <a:r>
              <a:rPr lang="en-US" dirty="0"/>
              <a:t>Poor project management</a:t>
            </a:r>
          </a:p>
          <a:p>
            <a:r>
              <a:rPr lang="en-US" dirty="0"/>
              <a:t>Inability to handle project’s complexity</a:t>
            </a:r>
          </a:p>
          <a:p>
            <a:r>
              <a:rPr lang="en-US" dirty="0"/>
              <a:t>Stakeholder politics</a:t>
            </a:r>
          </a:p>
          <a:p>
            <a:r>
              <a:rPr lang="en-US" dirty="0"/>
              <a:t>Commercial pressures</a:t>
            </a:r>
          </a:p>
          <a:p>
            <a:r>
              <a:rPr lang="en-US" dirty="0"/>
              <a:t>Poor reporting &amp; monitoring of project progress</a:t>
            </a:r>
          </a:p>
        </p:txBody>
      </p:sp>
      <p:pic>
        <p:nvPicPr>
          <p:cNvPr id="2050" name="Picture 2" descr="Image result for Project fail">
            <a:extLst>
              <a:ext uri="{FF2B5EF4-FFF2-40B4-BE49-F238E27FC236}">
                <a16:creationId xmlns:a16="http://schemas.microsoft.com/office/drawing/2014/main" id="{67CFDAC1-62A2-658E-BD65-FF97A715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205" y="115620"/>
            <a:ext cx="2641795" cy="171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</TotalTime>
  <Words>2113</Words>
  <Application>Microsoft Office PowerPoint</Application>
  <PresentationFormat>Widescreen</PresentationFormat>
  <Paragraphs>206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ff0</vt:lpstr>
      <vt:lpstr>Wingdings</vt:lpstr>
      <vt:lpstr>Office Theme</vt:lpstr>
      <vt:lpstr>PowerPoint Presentation</vt:lpstr>
      <vt:lpstr>OUTLINE</vt:lpstr>
      <vt:lpstr>Recap</vt:lpstr>
      <vt:lpstr>Recap</vt:lpstr>
      <vt:lpstr>What is engineering?</vt:lpstr>
      <vt:lpstr>What is software engineering?</vt:lpstr>
      <vt:lpstr>What is Web engineering?</vt:lpstr>
      <vt:lpstr>Web application</vt:lpstr>
      <vt:lpstr>Basic Principles of Web Engineering</vt:lpstr>
      <vt:lpstr>Classification of Web</vt:lpstr>
      <vt:lpstr>PowerPoint Presentation</vt:lpstr>
      <vt:lpstr>PowerPoint Presentation</vt:lpstr>
      <vt:lpstr>Document centric web sites</vt:lpstr>
      <vt:lpstr>Interactive Web Applications</vt:lpstr>
      <vt:lpstr>Transactional Web Applications</vt:lpstr>
      <vt:lpstr>Workflow-based Web applications</vt:lpstr>
      <vt:lpstr>Collaborative Web applications</vt:lpstr>
      <vt:lpstr>Social Web</vt:lpstr>
      <vt:lpstr>Portal-oriented Web applications</vt:lpstr>
      <vt:lpstr>Ubiquitous Web applications</vt:lpstr>
      <vt:lpstr>Semantic Web</vt:lpstr>
      <vt:lpstr>Rich Internet Applications</vt:lpstr>
      <vt:lpstr>Characteristics of Web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Development related Characteristics</vt:lpstr>
      <vt:lpstr>Development related Characteristics</vt:lpstr>
      <vt:lpstr>Development related Characteristics</vt:lpstr>
      <vt:lpstr>Development related Characteristics</vt:lpstr>
      <vt:lpstr>Development related Characteristics</vt:lpstr>
      <vt:lpstr>Evolution characteristic</vt:lpstr>
      <vt:lpstr>Why do web projects fail?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Rafia</dc:creator>
  <cp:lastModifiedBy>Subas Bilal BU H-11 -SE DEPT</cp:lastModifiedBy>
  <cp:revision>99</cp:revision>
  <dcterms:created xsi:type="dcterms:W3CDTF">2018-02-02T04:30:50Z</dcterms:created>
  <dcterms:modified xsi:type="dcterms:W3CDTF">2025-01-24T06:33:00Z</dcterms:modified>
</cp:coreProperties>
</file>